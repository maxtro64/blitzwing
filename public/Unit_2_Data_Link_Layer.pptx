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121"/>
  </p:notesMasterIdLst>
  <p:sldIdLst>
    <p:sldId id="256" r:id="rId2"/>
    <p:sldId id="257" r:id="rId3"/>
    <p:sldId id="258" r:id="rId4"/>
    <p:sldId id="259" r:id="rId5"/>
    <p:sldId id="260" r:id="rId6"/>
    <p:sldId id="261" r:id="rId7"/>
    <p:sldId id="262" r:id="rId8"/>
    <p:sldId id="265"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5" r:id="rId29"/>
    <p:sldId id="284" r:id="rId30"/>
    <p:sldId id="287" r:id="rId31"/>
    <p:sldId id="288" r:id="rId32"/>
    <p:sldId id="290" r:id="rId33"/>
    <p:sldId id="289" r:id="rId34"/>
    <p:sldId id="286" r:id="rId35"/>
    <p:sldId id="291" r:id="rId36"/>
    <p:sldId id="292" r:id="rId37"/>
    <p:sldId id="293" r:id="rId38"/>
    <p:sldId id="296" r:id="rId39"/>
    <p:sldId id="294" r:id="rId40"/>
    <p:sldId id="297" r:id="rId41"/>
    <p:sldId id="298" r:id="rId42"/>
    <p:sldId id="295"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5" r:id="rId79"/>
    <p:sldId id="334"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1" r:id="rId95"/>
    <p:sldId id="352" r:id="rId96"/>
    <p:sldId id="350" r:id="rId97"/>
    <p:sldId id="353" r:id="rId98"/>
    <p:sldId id="354" r:id="rId99"/>
    <p:sldId id="355" r:id="rId100"/>
    <p:sldId id="356" r:id="rId101"/>
    <p:sldId id="357" r:id="rId102"/>
    <p:sldId id="358" r:id="rId103"/>
    <p:sldId id="764" r:id="rId104"/>
    <p:sldId id="765" r:id="rId105"/>
    <p:sldId id="838" r:id="rId106"/>
    <p:sldId id="767" r:id="rId107"/>
    <p:sldId id="835" r:id="rId108"/>
    <p:sldId id="769" r:id="rId109"/>
    <p:sldId id="836" r:id="rId110"/>
    <p:sldId id="837" r:id="rId111"/>
    <p:sldId id="839" r:id="rId112"/>
    <p:sldId id="840" r:id="rId113"/>
    <p:sldId id="841" r:id="rId114"/>
    <p:sldId id="770" r:id="rId115"/>
    <p:sldId id="771" r:id="rId116"/>
    <p:sldId id="772" r:id="rId117"/>
    <p:sldId id="773" r:id="rId118"/>
    <p:sldId id="809" r:id="rId119"/>
    <p:sldId id="775" r:id="rId1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8D932EC-A33B-4D32-A758-2ECF47136D4B}">
          <p14:sldIdLst>
            <p14:sldId id="256"/>
            <p14:sldId id="257"/>
            <p14:sldId id="258"/>
            <p14:sldId id="259"/>
            <p14:sldId id="260"/>
            <p14:sldId id="261"/>
            <p14:sldId id="262"/>
            <p14:sldId id="265"/>
            <p14:sldId id="264"/>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5"/>
            <p14:sldId id="284"/>
            <p14:sldId id="287"/>
            <p14:sldId id="288"/>
            <p14:sldId id="290"/>
            <p14:sldId id="289"/>
            <p14:sldId id="286"/>
            <p14:sldId id="291"/>
            <p14:sldId id="292"/>
            <p14:sldId id="293"/>
            <p14:sldId id="296"/>
            <p14:sldId id="294"/>
            <p14:sldId id="297"/>
            <p14:sldId id="298"/>
            <p14:sldId id="295"/>
            <p14:sldId id="299"/>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5"/>
            <p14:sldId id="334"/>
            <p14:sldId id="336"/>
            <p14:sldId id="337"/>
            <p14:sldId id="338"/>
            <p14:sldId id="339"/>
            <p14:sldId id="340"/>
            <p14:sldId id="341"/>
            <p14:sldId id="342"/>
            <p14:sldId id="343"/>
            <p14:sldId id="344"/>
            <p14:sldId id="345"/>
            <p14:sldId id="346"/>
            <p14:sldId id="347"/>
            <p14:sldId id="348"/>
            <p14:sldId id="349"/>
            <p14:sldId id="351"/>
            <p14:sldId id="352"/>
            <p14:sldId id="350"/>
            <p14:sldId id="353"/>
            <p14:sldId id="354"/>
            <p14:sldId id="355"/>
            <p14:sldId id="356"/>
            <p14:sldId id="357"/>
            <p14:sldId id="358"/>
            <p14:sldId id="764"/>
            <p14:sldId id="765"/>
            <p14:sldId id="838"/>
            <p14:sldId id="767"/>
            <p14:sldId id="835"/>
            <p14:sldId id="769"/>
            <p14:sldId id="836"/>
            <p14:sldId id="837"/>
            <p14:sldId id="839"/>
            <p14:sldId id="840"/>
            <p14:sldId id="841"/>
            <p14:sldId id="770"/>
            <p14:sldId id="771"/>
            <p14:sldId id="772"/>
            <p14:sldId id="773"/>
            <p14:sldId id="809"/>
            <p14:sldId id="7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3F38BF-CEF7-4CE5-BDCD-FBA757EB9176}" v="339" dt="2025-03-30T03:21:11.4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033" autoAdjust="0"/>
  </p:normalViewPr>
  <p:slideViewPr>
    <p:cSldViewPr snapToGrid="0">
      <p:cViewPr varScale="1">
        <p:scale>
          <a:sx n="78" d="100"/>
          <a:sy n="78" d="100"/>
        </p:scale>
        <p:origin x="317"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tin Verma" userId="2aa75a8a7ced59db" providerId="LiveId" clId="{813F38BF-CEF7-4CE5-BDCD-FBA757EB9176}"/>
    <pc:docChg chg="undo redo custSel addSld delSld modSld sldOrd addSection delSection modSection">
      <pc:chgData name="Jatin Verma" userId="2aa75a8a7ced59db" providerId="LiveId" clId="{813F38BF-CEF7-4CE5-BDCD-FBA757EB9176}" dt="2025-03-30T03:21:18.554" v="4553" actId="20577"/>
      <pc:docMkLst>
        <pc:docMk/>
      </pc:docMkLst>
      <pc:sldChg chg="addSp delSp modSp new mod">
        <pc:chgData name="Jatin Verma" userId="2aa75a8a7ced59db" providerId="LiveId" clId="{813F38BF-CEF7-4CE5-BDCD-FBA757EB9176}" dt="2025-03-19T17:50:07.212" v="63" actId="15"/>
        <pc:sldMkLst>
          <pc:docMk/>
          <pc:sldMk cId="108646578" sldId="262"/>
        </pc:sldMkLst>
        <pc:spChg chg="mod">
          <ac:chgData name="Jatin Verma" userId="2aa75a8a7ced59db" providerId="LiveId" clId="{813F38BF-CEF7-4CE5-BDCD-FBA757EB9176}" dt="2025-03-19T17:44:55.211" v="3"/>
          <ac:spMkLst>
            <pc:docMk/>
            <pc:sldMk cId="108646578" sldId="262"/>
            <ac:spMk id="2" creationId="{D88CA862-159C-D169-64EF-17F8ED820EA3}"/>
          </ac:spMkLst>
        </pc:spChg>
        <pc:spChg chg="mod">
          <ac:chgData name="Jatin Verma" userId="2aa75a8a7ced59db" providerId="LiveId" clId="{813F38BF-CEF7-4CE5-BDCD-FBA757EB9176}" dt="2025-03-19T17:50:07.212" v="63" actId="15"/>
          <ac:spMkLst>
            <pc:docMk/>
            <pc:sldMk cId="108646578" sldId="262"/>
            <ac:spMk id="3" creationId="{5C8757B8-41F2-F945-955B-873F0407B60C}"/>
          </ac:spMkLst>
        </pc:spChg>
      </pc:sldChg>
      <pc:sldChg chg="modSp add del mod">
        <pc:chgData name="Jatin Verma" userId="2aa75a8a7ced59db" providerId="LiveId" clId="{813F38BF-CEF7-4CE5-BDCD-FBA757EB9176}" dt="2025-03-19T17:51:23.409" v="116" actId="2696"/>
        <pc:sldMkLst>
          <pc:docMk/>
          <pc:sldMk cId="426559900" sldId="263"/>
        </pc:sldMkLst>
      </pc:sldChg>
      <pc:sldChg chg="modSp add mod">
        <pc:chgData name="Jatin Verma" userId="2aa75a8a7ced59db" providerId="LiveId" clId="{813F38BF-CEF7-4CE5-BDCD-FBA757EB9176}" dt="2025-03-19T17:53:51.598" v="200" actId="113"/>
        <pc:sldMkLst>
          <pc:docMk/>
          <pc:sldMk cId="4069618416" sldId="264"/>
        </pc:sldMkLst>
        <pc:spChg chg="mod">
          <ac:chgData name="Jatin Verma" userId="2aa75a8a7ced59db" providerId="LiveId" clId="{813F38BF-CEF7-4CE5-BDCD-FBA757EB9176}" dt="2025-03-19T17:53:51.598" v="200" actId="113"/>
          <ac:spMkLst>
            <pc:docMk/>
            <pc:sldMk cId="4069618416" sldId="264"/>
            <ac:spMk id="3" creationId="{5C8757B8-41F2-F945-955B-873F0407B60C}"/>
          </ac:spMkLst>
        </pc:spChg>
      </pc:sldChg>
      <pc:sldChg chg="modSp add mod">
        <pc:chgData name="Jatin Verma" userId="2aa75a8a7ced59db" providerId="LiveId" clId="{813F38BF-CEF7-4CE5-BDCD-FBA757EB9176}" dt="2025-03-19T17:52:10.469" v="139" actId="20577"/>
        <pc:sldMkLst>
          <pc:docMk/>
          <pc:sldMk cId="2385239744" sldId="265"/>
        </pc:sldMkLst>
        <pc:spChg chg="mod">
          <ac:chgData name="Jatin Verma" userId="2aa75a8a7ced59db" providerId="LiveId" clId="{813F38BF-CEF7-4CE5-BDCD-FBA757EB9176}" dt="2025-03-19T17:52:10.469" v="139" actId="20577"/>
          <ac:spMkLst>
            <pc:docMk/>
            <pc:sldMk cId="2385239744" sldId="265"/>
            <ac:spMk id="3" creationId="{5C8757B8-41F2-F945-955B-873F0407B60C}"/>
          </ac:spMkLst>
        </pc:spChg>
      </pc:sldChg>
      <pc:sldChg chg="addSp delSp modSp new mod">
        <pc:chgData name="Jatin Verma" userId="2aa75a8a7ced59db" providerId="LiveId" clId="{813F38BF-CEF7-4CE5-BDCD-FBA757EB9176}" dt="2025-03-19T17:58:20.086" v="220" actId="255"/>
        <pc:sldMkLst>
          <pc:docMk/>
          <pc:sldMk cId="2782196159" sldId="266"/>
        </pc:sldMkLst>
        <pc:spChg chg="mod">
          <ac:chgData name="Jatin Verma" userId="2aa75a8a7ced59db" providerId="LiveId" clId="{813F38BF-CEF7-4CE5-BDCD-FBA757EB9176}" dt="2025-03-19T17:54:04.833" v="202"/>
          <ac:spMkLst>
            <pc:docMk/>
            <pc:sldMk cId="2782196159" sldId="266"/>
            <ac:spMk id="2" creationId="{E7D7C427-269C-8C8F-F778-4BC2DF7D74C1}"/>
          </ac:spMkLst>
        </pc:spChg>
        <pc:spChg chg="add mod">
          <ac:chgData name="Jatin Verma" userId="2aa75a8a7ced59db" providerId="LiveId" clId="{813F38BF-CEF7-4CE5-BDCD-FBA757EB9176}" dt="2025-03-19T17:58:20.086" v="220" actId="255"/>
          <ac:spMkLst>
            <pc:docMk/>
            <pc:sldMk cId="2782196159" sldId="266"/>
            <ac:spMk id="8" creationId="{A3DAFDD5-8C29-E4B2-AC03-3E02593E5D20}"/>
          </ac:spMkLst>
        </pc:spChg>
        <pc:picChg chg="add mod ord modCrop">
          <ac:chgData name="Jatin Verma" userId="2aa75a8a7ced59db" providerId="LiveId" clId="{813F38BF-CEF7-4CE5-BDCD-FBA757EB9176}" dt="2025-03-19T17:54:50.947" v="209" actId="1076"/>
          <ac:picMkLst>
            <pc:docMk/>
            <pc:sldMk cId="2782196159" sldId="266"/>
            <ac:picMk id="5" creationId="{2B35368E-75AC-4CC4-C5F7-E47291394560}"/>
          </ac:picMkLst>
        </pc:picChg>
      </pc:sldChg>
      <pc:sldChg chg="addSp delSp modSp new mod">
        <pc:chgData name="Jatin Verma" userId="2aa75a8a7ced59db" providerId="LiveId" clId="{813F38BF-CEF7-4CE5-BDCD-FBA757EB9176}" dt="2025-03-19T18:05:23.992" v="268" actId="1076"/>
        <pc:sldMkLst>
          <pc:docMk/>
          <pc:sldMk cId="687901447" sldId="267"/>
        </pc:sldMkLst>
        <pc:spChg chg="mod">
          <ac:chgData name="Jatin Verma" userId="2aa75a8a7ced59db" providerId="LiveId" clId="{813F38BF-CEF7-4CE5-BDCD-FBA757EB9176}" dt="2025-03-19T18:04:05.308" v="258" actId="1076"/>
          <ac:spMkLst>
            <pc:docMk/>
            <pc:sldMk cId="687901447" sldId="267"/>
            <ac:spMk id="2" creationId="{60B73ED4-73FD-AC89-E2E2-DD656B3D8091}"/>
          </ac:spMkLst>
        </pc:spChg>
        <pc:spChg chg="add del mod">
          <ac:chgData name="Jatin Verma" userId="2aa75a8a7ced59db" providerId="LiveId" clId="{813F38BF-CEF7-4CE5-BDCD-FBA757EB9176}" dt="2025-03-19T18:04:07.878" v="259" actId="1076"/>
          <ac:spMkLst>
            <pc:docMk/>
            <pc:sldMk cId="687901447" sldId="267"/>
            <ac:spMk id="3" creationId="{85CE309A-685B-5C80-47B4-1E4DD0270AF7}"/>
          </ac:spMkLst>
        </pc:spChg>
        <pc:picChg chg="add mod">
          <ac:chgData name="Jatin Verma" userId="2aa75a8a7ced59db" providerId="LiveId" clId="{813F38BF-CEF7-4CE5-BDCD-FBA757EB9176}" dt="2025-03-19T18:05:23.992" v="268" actId="1076"/>
          <ac:picMkLst>
            <pc:docMk/>
            <pc:sldMk cId="687901447" sldId="267"/>
            <ac:picMk id="7" creationId="{F8259B9B-25D8-B4AD-C998-67F422E06D49}"/>
          </ac:picMkLst>
        </pc:picChg>
      </pc:sldChg>
      <pc:sldChg chg="addSp delSp modSp new mod">
        <pc:chgData name="Jatin Verma" userId="2aa75a8a7ced59db" providerId="LiveId" clId="{813F38BF-CEF7-4CE5-BDCD-FBA757EB9176}" dt="2025-03-19T18:14:18.513" v="405" actId="1076"/>
        <pc:sldMkLst>
          <pc:docMk/>
          <pc:sldMk cId="3623150175" sldId="268"/>
        </pc:sldMkLst>
        <pc:spChg chg="mod">
          <ac:chgData name="Jatin Verma" userId="2aa75a8a7ced59db" providerId="LiveId" clId="{813F38BF-CEF7-4CE5-BDCD-FBA757EB9176}" dt="2025-03-19T18:05:47.333" v="272" actId="20577"/>
          <ac:spMkLst>
            <pc:docMk/>
            <pc:sldMk cId="3623150175" sldId="268"/>
            <ac:spMk id="2" creationId="{F77DA7B3-C9E3-33D2-FED6-E3DBE430E2F4}"/>
          </ac:spMkLst>
        </pc:spChg>
        <pc:spChg chg="add mod">
          <ac:chgData name="Jatin Verma" userId="2aa75a8a7ced59db" providerId="LiveId" clId="{813F38BF-CEF7-4CE5-BDCD-FBA757EB9176}" dt="2025-03-19T18:13:52.627" v="403" actId="20577"/>
          <ac:spMkLst>
            <pc:docMk/>
            <pc:sldMk cId="3623150175" sldId="268"/>
            <ac:spMk id="8" creationId="{CC71FA6D-64AF-560E-1CBC-56EE350C8E74}"/>
          </ac:spMkLst>
        </pc:spChg>
        <pc:picChg chg="add mod ord modCrop">
          <ac:chgData name="Jatin Verma" userId="2aa75a8a7ced59db" providerId="LiveId" clId="{813F38BF-CEF7-4CE5-BDCD-FBA757EB9176}" dt="2025-03-19T18:14:18.513" v="405" actId="1076"/>
          <ac:picMkLst>
            <pc:docMk/>
            <pc:sldMk cId="3623150175" sldId="268"/>
            <ac:picMk id="5" creationId="{48F38F13-8FE1-5040-A2CA-9156287329D9}"/>
          </ac:picMkLst>
        </pc:picChg>
      </pc:sldChg>
      <pc:sldChg chg="addSp delSp modSp new mod">
        <pc:chgData name="Jatin Verma" userId="2aa75a8a7ced59db" providerId="LiveId" clId="{813F38BF-CEF7-4CE5-BDCD-FBA757EB9176}" dt="2025-03-19T18:16:23.254" v="423" actId="14"/>
        <pc:sldMkLst>
          <pc:docMk/>
          <pc:sldMk cId="4207097982" sldId="269"/>
        </pc:sldMkLst>
        <pc:spChg chg="mod">
          <ac:chgData name="Jatin Verma" userId="2aa75a8a7ced59db" providerId="LiveId" clId="{813F38BF-CEF7-4CE5-BDCD-FBA757EB9176}" dt="2025-03-19T18:14:38.839" v="407"/>
          <ac:spMkLst>
            <pc:docMk/>
            <pc:sldMk cId="4207097982" sldId="269"/>
            <ac:spMk id="2" creationId="{AAAFA2EC-A9F5-9AC7-D0DC-A485BB271848}"/>
          </ac:spMkLst>
        </pc:spChg>
        <pc:spChg chg="add del mod">
          <ac:chgData name="Jatin Verma" userId="2aa75a8a7ced59db" providerId="LiveId" clId="{813F38BF-CEF7-4CE5-BDCD-FBA757EB9176}" dt="2025-03-19T18:16:23.254" v="423" actId="14"/>
          <ac:spMkLst>
            <pc:docMk/>
            <pc:sldMk cId="4207097982" sldId="269"/>
            <ac:spMk id="3" creationId="{4A58BA52-3BAE-D79A-7A08-A404E471F13A}"/>
          </ac:spMkLst>
        </pc:spChg>
      </pc:sldChg>
      <pc:sldChg chg="addSp delSp modSp add mod">
        <pc:chgData name="Jatin Verma" userId="2aa75a8a7ced59db" providerId="LiveId" clId="{813F38BF-CEF7-4CE5-BDCD-FBA757EB9176}" dt="2025-03-19T18:18:09.606" v="437" actId="20577"/>
        <pc:sldMkLst>
          <pc:docMk/>
          <pc:sldMk cId="3819943615" sldId="270"/>
        </pc:sldMkLst>
        <pc:spChg chg="add del mod">
          <ac:chgData name="Jatin Verma" userId="2aa75a8a7ced59db" providerId="LiveId" clId="{813F38BF-CEF7-4CE5-BDCD-FBA757EB9176}" dt="2025-03-19T18:18:09.606" v="437" actId="20577"/>
          <ac:spMkLst>
            <pc:docMk/>
            <pc:sldMk cId="3819943615" sldId="270"/>
            <ac:spMk id="3" creationId="{FE88F21D-C23C-4DBB-C59D-AE6834AF5586}"/>
          </ac:spMkLst>
        </pc:spChg>
      </pc:sldChg>
      <pc:sldChg chg="addSp delSp modSp add mod">
        <pc:chgData name="Jatin Verma" userId="2aa75a8a7ced59db" providerId="LiveId" clId="{813F38BF-CEF7-4CE5-BDCD-FBA757EB9176}" dt="2025-03-19T18:19:15.845" v="452" actId="1076"/>
        <pc:sldMkLst>
          <pc:docMk/>
          <pc:sldMk cId="2132564451" sldId="271"/>
        </pc:sldMkLst>
        <pc:picChg chg="add mod ord modCrop">
          <ac:chgData name="Jatin Verma" userId="2aa75a8a7ced59db" providerId="LiveId" clId="{813F38BF-CEF7-4CE5-BDCD-FBA757EB9176}" dt="2025-03-19T18:19:15.845" v="452" actId="1076"/>
          <ac:picMkLst>
            <pc:docMk/>
            <pc:sldMk cId="2132564451" sldId="271"/>
            <ac:picMk id="5" creationId="{EABC75FA-5CDD-61DA-2BDB-5A2EEA337467}"/>
          </ac:picMkLst>
        </pc:picChg>
      </pc:sldChg>
      <pc:sldChg chg="modSp new mod">
        <pc:chgData name="Jatin Verma" userId="2aa75a8a7ced59db" providerId="LiveId" clId="{813F38BF-CEF7-4CE5-BDCD-FBA757EB9176}" dt="2025-03-19T18:21:45.147" v="465" actId="15"/>
        <pc:sldMkLst>
          <pc:docMk/>
          <pc:sldMk cId="3403157370" sldId="272"/>
        </pc:sldMkLst>
        <pc:spChg chg="mod">
          <ac:chgData name="Jatin Verma" userId="2aa75a8a7ced59db" providerId="LiveId" clId="{813F38BF-CEF7-4CE5-BDCD-FBA757EB9176}" dt="2025-03-19T18:20:48.248" v="454"/>
          <ac:spMkLst>
            <pc:docMk/>
            <pc:sldMk cId="3403157370" sldId="272"/>
            <ac:spMk id="2" creationId="{6C1BC772-8C33-5ACB-95AD-C808FB0E84E9}"/>
          </ac:spMkLst>
        </pc:spChg>
        <pc:spChg chg="mod">
          <ac:chgData name="Jatin Verma" userId="2aa75a8a7ced59db" providerId="LiveId" clId="{813F38BF-CEF7-4CE5-BDCD-FBA757EB9176}" dt="2025-03-19T18:21:45.147" v="465" actId="15"/>
          <ac:spMkLst>
            <pc:docMk/>
            <pc:sldMk cId="3403157370" sldId="272"/>
            <ac:spMk id="3" creationId="{E13CB990-2514-8579-3D54-D12CCBC40CA3}"/>
          </ac:spMkLst>
        </pc:spChg>
      </pc:sldChg>
      <pc:sldChg chg="addSp delSp modSp new mod modNotesTx">
        <pc:chgData name="Jatin Verma" userId="2aa75a8a7ced59db" providerId="LiveId" clId="{813F38BF-CEF7-4CE5-BDCD-FBA757EB9176}" dt="2025-03-19T18:26:16.778" v="488" actId="9405"/>
        <pc:sldMkLst>
          <pc:docMk/>
          <pc:sldMk cId="2009181121" sldId="273"/>
        </pc:sldMkLst>
        <pc:spChg chg="mod">
          <ac:chgData name="Jatin Verma" userId="2aa75a8a7ced59db" providerId="LiveId" clId="{813F38BF-CEF7-4CE5-BDCD-FBA757EB9176}" dt="2025-03-19T18:24:05.879" v="474" actId="20577"/>
          <ac:spMkLst>
            <pc:docMk/>
            <pc:sldMk cId="2009181121" sldId="273"/>
            <ac:spMk id="2" creationId="{E1835FE5-4DDD-E0BC-1EB1-07A0CE98DA3D}"/>
          </ac:spMkLst>
        </pc:spChg>
        <pc:grpChg chg="mod">
          <ac:chgData name="Jatin Verma" userId="2aa75a8a7ced59db" providerId="LiveId" clId="{813F38BF-CEF7-4CE5-BDCD-FBA757EB9176}" dt="2025-03-19T18:26:07.929" v="486"/>
          <ac:grpSpMkLst>
            <pc:docMk/>
            <pc:sldMk cId="2009181121" sldId="273"/>
            <ac:grpSpMk id="13" creationId="{9C5D6FA4-45F4-C724-4E1B-030B996EEB90}"/>
          </ac:grpSpMkLst>
        </pc:grpChg>
        <pc:picChg chg="add mod ord">
          <ac:chgData name="Jatin Verma" userId="2aa75a8a7ced59db" providerId="LiveId" clId="{813F38BF-CEF7-4CE5-BDCD-FBA757EB9176}" dt="2025-03-19T18:25:27.409" v="478" actId="1076"/>
          <ac:picMkLst>
            <pc:docMk/>
            <pc:sldMk cId="2009181121" sldId="273"/>
            <ac:picMk id="5" creationId="{62AAE239-3F2C-40F6-B007-8D630A66653A}"/>
          </ac:picMkLst>
        </pc:picChg>
        <pc:inkChg chg="add mod">
          <ac:chgData name="Jatin Verma" userId="2aa75a8a7ced59db" providerId="LiveId" clId="{813F38BF-CEF7-4CE5-BDCD-FBA757EB9176}" dt="2025-03-19T18:26:07.929" v="486"/>
          <ac:inkMkLst>
            <pc:docMk/>
            <pc:sldMk cId="2009181121" sldId="273"/>
            <ac:inkMk id="6" creationId="{57AC50E3-68B4-CC35-C97B-774C5F1AB90D}"/>
          </ac:inkMkLst>
        </pc:inkChg>
        <pc:inkChg chg="add mod">
          <ac:chgData name="Jatin Verma" userId="2aa75a8a7ced59db" providerId="LiveId" clId="{813F38BF-CEF7-4CE5-BDCD-FBA757EB9176}" dt="2025-03-19T18:26:07.929" v="486"/>
          <ac:inkMkLst>
            <pc:docMk/>
            <pc:sldMk cId="2009181121" sldId="273"/>
            <ac:inkMk id="7" creationId="{DF319E23-C18A-316A-60A3-F09424071741}"/>
          </ac:inkMkLst>
        </pc:inkChg>
        <pc:inkChg chg="add mod">
          <ac:chgData name="Jatin Verma" userId="2aa75a8a7ced59db" providerId="LiveId" clId="{813F38BF-CEF7-4CE5-BDCD-FBA757EB9176}" dt="2025-03-19T18:26:07.929" v="486"/>
          <ac:inkMkLst>
            <pc:docMk/>
            <pc:sldMk cId="2009181121" sldId="273"/>
            <ac:inkMk id="8" creationId="{8654C982-9C28-FB8D-A836-FFDAAF506B80}"/>
          </ac:inkMkLst>
        </pc:inkChg>
        <pc:inkChg chg="add mod">
          <ac:chgData name="Jatin Verma" userId="2aa75a8a7ced59db" providerId="LiveId" clId="{813F38BF-CEF7-4CE5-BDCD-FBA757EB9176}" dt="2025-03-19T18:26:07.929" v="486"/>
          <ac:inkMkLst>
            <pc:docMk/>
            <pc:sldMk cId="2009181121" sldId="273"/>
            <ac:inkMk id="9" creationId="{6B15C35E-3C56-2E48-64E0-A8F528AEFB77}"/>
          </ac:inkMkLst>
        </pc:inkChg>
        <pc:inkChg chg="add">
          <ac:chgData name="Jatin Verma" userId="2aa75a8a7ced59db" providerId="LiveId" clId="{813F38BF-CEF7-4CE5-BDCD-FBA757EB9176}" dt="2025-03-19T18:25:54.453" v="484" actId="9405"/>
          <ac:inkMkLst>
            <pc:docMk/>
            <pc:sldMk cId="2009181121" sldId="273"/>
            <ac:inkMk id="11" creationId="{68D3A406-6C60-478F-17DA-C4B059EF603A}"/>
          </ac:inkMkLst>
        </pc:inkChg>
        <pc:inkChg chg="add mod">
          <ac:chgData name="Jatin Verma" userId="2aa75a8a7ced59db" providerId="LiveId" clId="{813F38BF-CEF7-4CE5-BDCD-FBA757EB9176}" dt="2025-03-19T18:26:07.929" v="486"/>
          <ac:inkMkLst>
            <pc:docMk/>
            <pc:sldMk cId="2009181121" sldId="273"/>
            <ac:inkMk id="12" creationId="{ED8AE3B4-1B00-7098-5E91-E78129E7400F}"/>
          </ac:inkMkLst>
        </pc:inkChg>
        <pc:inkChg chg="add">
          <ac:chgData name="Jatin Verma" userId="2aa75a8a7ced59db" providerId="LiveId" clId="{813F38BF-CEF7-4CE5-BDCD-FBA757EB9176}" dt="2025-03-19T18:26:13.510" v="487" actId="9405"/>
          <ac:inkMkLst>
            <pc:docMk/>
            <pc:sldMk cId="2009181121" sldId="273"/>
            <ac:inkMk id="14" creationId="{3B6E4C44-FD1E-F155-3EF0-8B1983C81353}"/>
          </ac:inkMkLst>
        </pc:inkChg>
        <pc:inkChg chg="add">
          <ac:chgData name="Jatin Verma" userId="2aa75a8a7ced59db" providerId="LiveId" clId="{813F38BF-CEF7-4CE5-BDCD-FBA757EB9176}" dt="2025-03-19T18:26:16.778" v="488" actId="9405"/>
          <ac:inkMkLst>
            <pc:docMk/>
            <pc:sldMk cId="2009181121" sldId="273"/>
            <ac:inkMk id="15" creationId="{96037123-E1BC-EA2D-4BF0-B869BE85D191}"/>
          </ac:inkMkLst>
        </pc:inkChg>
      </pc:sldChg>
      <pc:sldChg chg="addSp delSp modSp new mod">
        <pc:chgData name="Jatin Verma" userId="2aa75a8a7ced59db" providerId="LiveId" clId="{813F38BF-CEF7-4CE5-BDCD-FBA757EB9176}" dt="2025-03-19T18:30:32.152" v="503" actId="27636"/>
        <pc:sldMkLst>
          <pc:docMk/>
          <pc:sldMk cId="4183952314" sldId="274"/>
        </pc:sldMkLst>
        <pc:spChg chg="mod">
          <ac:chgData name="Jatin Verma" userId="2aa75a8a7ced59db" providerId="LiveId" clId="{813F38BF-CEF7-4CE5-BDCD-FBA757EB9176}" dt="2025-03-19T18:29:37.269" v="490"/>
          <ac:spMkLst>
            <pc:docMk/>
            <pc:sldMk cId="4183952314" sldId="274"/>
            <ac:spMk id="2" creationId="{CFC659AC-CF44-77FB-ED20-2F6B1CA5CE41}"/>
          </ac:spMkLst>
        </pc:spChg>
        <pc:spChg chg="add del mod">
          <ac:chgData name="Jatin Verma" userId="2aa75a8a7ced59db" providerId="LiveId" clId="{813F38BF-CEF7-4CE5-BDCD-FBA757EB9176}" dt="2025-03-19T18:30:32.152" v="503" actId="27636"/>
          <ac:spMkLst>
            <pc:docMk/>
            <pc:sldMk cId="4183952314" sldId="274"/>
            <ac:spMk id="3" creationId="{9FC60411-DB4C-B585-C686-4309AEB54530}"/>
          </ac:spMkLst>
        </pc:spChg>
      </pc:sldChg>
      <pc:sldChg chg="addSp delSp modSp new mod">
        <pc:chgData name="Jatin Verma" userId="2aa75a8a7ced59db" providerId="LiveId" clId="{813F38BF-CEF7-4CE5-BDCD-FBA757EB9176}" dt="2025-03-19T18:31:26.912" v="514" actId="20577"/>
        <pc:sldMkLst>
          <pc:docMk/>
          <pc:sldMk cId="2655790993" sldId="275"/>
        </pc:sldMkLst>
        <pc:spChg chg="mod">
          <ac:chgData name="Jatin Verma" userId="2aa75a8a7ced59db" providerId="LiveId" clId="{813F38BF-CEF7-4CE5-BDCD-FBA757EB9176}" dt="2025-03-19T18:30:57.132" v="506" actId="20577"/>
          <ac:spMkLst>
            <pc:docMk/>
            <pc:sldMk cId="2655790993" sldId="275"/>
            <ac:spMk id="2" creationId="{20D88897-30E6-5D6B-D293-3967106CAE42}"/>
          </ac:spMkLst>
        </pc:spChg>
        <pc:spChg chg="add del mod">
          <ac:chgData name="Jatin Verma" userId="2aa75a8a7ced59db" providerId="LiveId" clId="{813F38BF-CEF7-4CE5-BDCD-FBA757EB9176}" dt="2025-03-19T18:31:26.912" v="514" actId="20577"/>
          <ac:spMkLst>
            <pc:docMk/>
            <pc:sldMk cId="2655790993" sldId="275"/>
            <ac:spMk id="3" creationId="{D9F35CE1-8C67-6452-C142-63A360787562}"/>
          </ac:spMkLst>
        </pc:spChg>
      </pc:sldChg>
      <pc:sldChg chg="addSp delSp modSp new mod">
        <pc:chgData name="Jatin Verma" userId="2aa75a8a7ced59db" providerId="LiveId" clId="{813F38BF-CEF7-4CE5-BDCD-FBA757EB9176}" dt="2025-03-19T18:32:41.578" v="524" actId="20577"/>
        <pc:sldMkLst>
          <pc:docMk/>
          <pc:sldMk cId="1354833998" sldId="276"/>
        </pc:sldMkLst>
        <pc:spChg chg="mod">
          <ac:chgData name="Jatin Verma" userId="2aa75a8a7ced59db" providerId="LiveId" clId="{813F38BF-CEF7-4CE5-BDCD-FBA757EB9176}" dt="2025-03-19T18:32:10.082" v="517" actId="255"/>
          <ac:spMkLst>
            <pc:docMk/>
            <pc:sldMk cId="1354833998" sldId="276"/>
            <ac:spMk id="2" creationId="{4AB17E95-5CA4-DE93-1D17-4014991403D1}"/>
          </ac:spMkLst>
        </pc:spChg>
        <pc:spChg chg="add del mod">
          <ac:chgData name="Jatin Verma" userId="2aa75a8a7ced59db" providerId="LiveId" clId="{813F38BF-CEF7-4CE5-BDCD-FBA757EB9176}" dt="2025-03-19T18:32:41.578" v="524" actId="20577"/>
          <ac:spMkLst>
            <pc:docMk/>
            <pc:sldMk cId="1354833998" sldId="276"/>
            <ac:spMk id="3" creationId="{F9B8E80C-363C-8A75-CEF5-EEA4810BF0F3}"/>
          </ac:spMkLst>
        </pc:spChg>
      </pc:sldChg>
      <pc:sldChg chg="addSp modSp new mod">
        <pc:chgData name="Jatin Verma" userId="2aa75a8a7ced59db" providerId="LiveId" clId="{813F38BF-CEF7-4CE5-BDCD-FBA757EB9176}" dt="2025-03-19T23:48:52.532" v="539" actId="20577"/>
        <pc:sldMkLst>
          <pc:docMk/>
          <pc:sldMk cId="1012819928" sldId="277"/>
        </pc:sldMkLst>
        <pc:spChg chg="mod">
          <ac:chgData name="Jatin Verma" userId="2aa75a8a7ced59db" providerId="LiveId" clId="{813F38BF-CEF7-4CE5-BDCD-FBA757EB9176}" dt="2025-03-19T18:33:19.330" v="526"/>
          <ac:spMkLst>
            <pc:docMk/>
            <pc:sldMk cId="1012819928" sldId="277"/>
            <ac:spMk id="2" creationId="{D97B9C88-2F6D-49B8-592C-F4029F66D39E}"/>
          </ac:spMkLst>
        </pc:spChg>
        <pc:spChg chg="mod">
          <ac:chgData name="Jatin Verma" userId="2aa75a8a7ced59db" providerId="LiveId" clId="{813F38BF-CEF7-4CE5-BDCD-FBA757EB9176}" dt="2025-03-19T23:48:52.532" v="539" actId="20577"/>
          <ac:spMkLst>
            <pc:docMk/>
            <pc:sldMk cId="1012819928" sldId="277"/>
            <ac:spMk id="3" creationId="{94A02379-7040-8DA5-514E-3C2069AE5D90}"/>
          </ac:spMkLst>
        </pc:spChg>
      </pc:sldChg>
      <pc:sldChg chg="modSp add mod">
        <pc:chgData name="Jatin Verma" userId="2aa75a8a7ced59db" providerId="LiveId" clId="{813F38BF-CEF7-4CE5-BDCD-FBA757EB9176}" dt="2025-03-19T23:50:36.220" v="554" actId="20577"/>
        <pc:sldMkLst>
          <pc:docMk/>
          <pc:sldMk cId="4250843435" sldId="278"/>
        </pc:sldMkLst>
        <pc:spChg chg="mod">
          <ac:chgData name="Jatin Verma" userId="2aa75a8a7ced59db" providerId="LiveId" clId="{813F38BF-CEF7-4CE5-BDCD-FBA757EB9176}" dt="2025-03-19T23:50:36.220" v="554" actId="20577"/>
          <ac:spMkLst>
            <pc:docMk/>
            <pc:sldMk cId="4250843435" sldId="278"/>
            <ac:spMk id="3" creationId="{B00CD479-1B7C-EDD3-4292-AAFE66963597}"/>
          </ac:spMkLst>
        </pc:spChg>
      </pc:sldChg>
      <pc:sldChg chg="modSp new mod">
        <pc:chgData name="Jatin Verma" userId="2aa75a8a7ced59db" providerId="LiveId" clId="{813F38BF-CEF7-4CE5-BDCD-FBA757EB9176}" dt="2025-03-19T23:52:06.639" v="579" actId="14"/>
        <pc:sldMkLst>
          <pc:docMk/>
          <pc:sldMk cId="189030880" sldId="279"/>
        </pc:sldMkLst>
        <pc:spChg chg="mod">
          <ac:chgData name="Jatin Verma" userId="2aa75a8a7ced59db" providerId="LiveId" clId="{813F38BF-CEF7-4CE5-BDCD-FBA757EB9176}" dt="2025-03-19T23:51:14.499" v="568" actId="20577"/>
          <ac:spMkLst>
            <pc:docMk/>
            <pc:sldMk cId="189030880" sldId="279"/>
            <ac:spMk id="2" creationId="{AF4D147B-8D1B-1D19-AA64-214F03996531}"/>
          </ac:spMkLst>
        </pc:spChg>
        <pc:spChg chg="mod">
          <ac:chgData name="Jatin Verma" userId="2aa75a8a7ced59db" providerId="LiveId" clId="{813F38BF-CEF7-4CE5-BDCD-FBA757EB9176}" dt="2025-03-19T23:52:06.639" v="579" actId="14"/>
          <ac:spMkLst>
            <pc:docMk/>
            <pc:sldMk cId="189030880" sldId="279"/>
            <ac:spMk id="3" creationId="{822BC2C2-47C3-4973-26E9-D1E90E7D7872}"/>
          </ac:spMkLst>
        </pc:spChg>
      </pc:sldChg>
      <pc:sldChg chg="addSp modSp new mod">
        <pc:chgData name="Jatin Verma" userId="2aa75a8a7ced59db" providerId="LiveId" clId="{813F38BF-CEF7-4CE5-BDCD-FBA757EB9176}" dt="2025-03-19T23:58:53.802" v="601" actId="20577"/>
        <pc:sldMkLst>
          <pc:docMk/>
          <pc:sldMk cId="4013020331" sldId="280"/>
        </pc:sldMkLst>
        <pc:spChg chg="mod">
          <ac:chgData name="Jatin Verma" userId="2aa75a8a7ced59db" providerId="LiveId" clId="{813F38BF-CEF7-4CE5-BDCD-FBA757EB9176}" dt="2025-03-19T23:55:01.458" v="582" actId="20577"/>
          <ac:spMkLst>
            <pc:docMk/>
            <pc:sldMk cId="4013020331" sldId="280"/>
            <ac:spMk id="2" creationId="{1948784A-7769-D636-2B86-C0539EA19F71}"/>
          </ac:spMkLst>
        </pc:spChg>
        <pc:spChg chg="mod">
          <ac:chgData name="Jatin Verma" userId="2aa75a8a7ced59db" providerId="LiveId" clId="{813F38BF-CEF7-4CE5-BDCD-FBA757EB9176}" dt="2025-03-19T23:58:53.802" v="601" actId="20577"/>
          <ac:spMkLst>
            <pc:docMk/>
            <pc:sldMk cId="4013020331" sldId="280"/>
            <ac:spMk id="3" creationId="{1EAD675B-4BCA-906C-991D-4F4E1249A7F8}"/>
          </ac:spMkLst>
        </pc:spChg>
      </pc:sldChg>
      <pc:sldChg chg="addSp modSp add mod">
        <pc:chgData name="Jatin Verma" userId="2aa75a8a7ced59db" providerId="LiveId" clId="{813F38BF-CEF7-4CE5-BDCD-FBA757EB9176}" dt="2025-03-20T00:00:19.696" v="614" actId="20577"/>
        <pc:sldMkLst>
          <pc:docMk/>
          <pc:sldMk cId="4198215522" sldId="281"/>
        </pc:sldMkLst>
        <pc:spChg chg="mod">
          <ac:chgData name="Jatin Verma" userId="2aa75a8a7ced59db" providerId="LiveId" clId="{813F38BF-CEF7-4CE5-BDCD-FBA757EB9176}" dt="2025-03-19T23:59:13.336" v="602"/>
          <ac:spMkLst>
            <pc:docMk/>
            <pc:sldMk cId="4198215522" sldId="281"/>
            <ac:spMk id="2" creationId="{4500D7BE-BB1A-1950-A6E2-1A14064480F4}"/>
          </ac:spMkLst>
        </pc:spChg>
        <pc:spChg chg="mod">
          <ac:chgData name="Jatin Verma" userId="2aa75a8a7ced59db" providerId="LiveId" clId="{813F38BF-CEF7-4CE5-BDCD-FBA757EB9176}" dt="2025-03-20T00:00:19.696" v="614" actId="20577"/>
          <ac:spMkLst>
            <pc:docMk/>
            <pc:sldMk cId="4198215522" sldId="281"/>
            <ac:spMk id="3" creationId="{33C6E5EE-11CE-8EA2-C17C-E4BB9E8C3EBD}"/>
          </ac:spMkLst>
        </pc:spChg>
      </pc:sldChg>
      <pc:sldChg chg="modSp new mod">
        <pc:chgData name="Jatin Verma" userId="2aa75a8a7ced59db" providerId="LiveId" clId="{813F38BF-CEF7-4CE5-BDCD-FBA757EB9176}" dt="2025-03-20T08:07:12.477" v="712" actId="1076"/>
        <pc:sldMkLst>
          <pc:docMk/>
          <pc:sldMk cId="802171821" sldId="282"/>
        </pc:sldMkLst>
        <pc:spChg chg="mod">
          <ac:chgData name="Jatin Verma" userId="2aa75a8a7ced59db" providerId="LiveId" clId="{813F38BF-CEF7-4CE5-BDCD-FBA757EB9176}" dt="2025-03-20T00:01:10.560" v="618" actId="20577"/>
          <ac:spMkLst>
            <pc:docMk/>
            <pc:sldMk cId="802171821" sldId="282"/>
            <ac:spMk id="2" creationId="{73A9BEC9-E3E3-014E-BF11-E48CC4557ACA}"/>
          </ac:spMkLst>
        </pc:spChg>
        <pc:spChg chg="mod">
          <ac:chgData name="Jatin Verma" userId="2aa75a8a7ced59db" providerId="LiveId" clId="{813F38BF-CEF7-4CE5-BDCD-FBA757EB9176}" dt="2025-03-20T08:07:12.477" v="712" actId="1076"/>
          <ac:spMkLst>
            <pc:docMk/>
            <pc:sldMk cId="802171821" sldId="282"/>
            <ac:spMk id="3" creationId="{97C7BD04-75AB-E85B-A28F-B61515DAAA71}"/>
          </ac:spMkLst>
        </pc:spChg>
      </pc:sldChg>
      <pc:sldChg chg="modSp new mod">
        <pc:chgData name="Jatin Verma" userId="2aa75a8a7ced59db" providerId="LiveId" clId="{813F38BF-CEF7-4CE5-BDCD-FBA757EB9176}" dt="2025-03-20T08:04:53.660" v="674" actId="27636"/>
        <pc:sldMkLst>
          <pc:docMk/>
          <pc:sldMk cId="1811125593" sldId="283"/>
        </pc:sldMkLst>
        <pc:spChg chg="mod">
          <ac:chgData name="Jatin Verma" userId="2aa75a8a7ced59db" providerId="LiveId" clId="{813F38BF-CEF7-4CE5-BDCD-FBA757EB9176}" dt="2025-03-20T07:59:11.166" v="644" actId="20577"/>
          <ac:spMkLst>
            <pc:docMk/>
            <pc:sldMk cId="1811125593" sldId="283"/>
            <ac:spMk id="2" creationId="{C75B055D-CA5A-5D41-B580-DA6BBD5127A0}"/>
          </ac:spMkLst>
        </pc:spChg>
        <pc:spChg chg="mod">
          <ac:chgData name="Jatin Verma" userId="2aa75a8a7ced59db" providerId="LiveId" clId="{813F38BF-CEF7-4CE5-BDCD-FBA757EB9176}" dt="2025-03-20T08:04:53.660" v="674" actId="27636"/>
          <ac:spMkLst>
            <pc:docMk/>
            <pc:sldMk cId="1811125593" sldId="283"/>
            <ac:spMk id="3" creationId="{60263986-7AFD-FA36-F7BA-4C5B0DEF1AC3}"/>
          </ac:spMkLst>
        </pc:spChg>
      </pc:sldChg>
      <pc:sldChg chg="modSp add mod">
        <pc:chgData name="Jatin Verma" userId="2aa75a8a7ced59db" providerId="LiveId" clId="{813F38BF-CEF7-4CE5-BDCD-FBA757EB9176}" dt="2025-03-20T08:05:57.825" v="689" actId="21"/>
        <pc:sldMkLst>
          <pc:docMk/>
          <pc:sldMk cId="2622748364" sldId="284"/>
        </pc:sldMkLst>
        <pc:spChg chg="mod">
          <ac:chgData name="Jatin Verma" userId="2aa75a8a7ced59db" providerId="LiveId" clId="{813F38BF-CEF7-4CE5-BDCD-FBA757EB9176}" dt="2025-03-20T08:05:57.825" v="689" actId="21"/>
          <ac:spMkLst>
            <pc:docMk/>
            <pc:sldMk cId="2622748364" sldId="284"/>
            <ac:spMk id="3" creationId="{60263986-7AFD-FA36-F7BA-4C5B0DEF1AC3}"/>
          </ac:spMkLst>
        </pc:spChg>
      </pc:sldChg>
      <pc:sldChg chg="modSp add mod">
        <pc:chgData name="Jatin Verma" userId="2aa75a8a7ced59db" providerId="LiveId" clId="{813F38BF-CEF7-4CE5-BDCD-FBA757EB9176}" dt="2025-03-20T08:05:09.839" v="677" actId="15"/>
        <pc:sldMkLst>
          <pc:docMk/>
          <pc:sldMk cId="4125837693" sldId="285"/>
        </pc:sldMkLst>
        <pc:spChg chg="mod">
          <ac:chgData name="Jatin Verma" userId="2aa75a8a7ced59db" providerId="LiveId" clId="{813F38BF-CEF7-4CE5-BDCD-FBA757EB9176}" dt="2025-03-20T08:05:09.839" v="677" actId="15"/>
          <ac:spMkLst>
            <pc:docMk/>
            <pc:sldMk cId="4125837693" sldId="285"/>
            <ac:spMk id="3" creationId="{60263986-7AFD-FA36-F7BA-4C5B0DEF1AC3}"/>
          </ac:spMkLst>
        </pc:spChg>
      </pc:sldChg>
      <pc:sldChg chg="modSp add mod">
        <pc:chgData name="Jatin Verma" userId="2aa75a8a7ced59db" providerId="LiveId" clId="{813F38BF-CEF7-4CE5-BDCD-FBA757EB9176}" dt="2025-03-20T08:33:52.866" v="879" actId="1076"/>
        <pc:sldMkLst>
          <pc:docMk/>
          <pc:sldMk cId="4207544144" sldId="286"/>
        </pc:sldMkLst>
        <pc:spChg chg="mod">
          <ac:chgData name="Jatin Verma" userId="2aa75a8a7ced59db" providerId="LiveId" clId="{813F38BF-CEF7-4CE5-BDCD-FBA757EB9176}" dt="2025-03-20T08:33:52.866" v="879" actId="1076"/>
          <ac:spMkLst>
            <pc:docMk/>
            <pc:sldMk cId="4207544144" sldId="286"/>
            <ac:spMk id="3" creationId="{60263986-7AFD-FA36-F7BA-4C5B0DEF1AC3}"/>
          </ac:spMkLst>
        </pc:spChg>
      </pc:sldChg>
      <pc:sldChg chg="addSp delSp modSp new mod">
        <pc:chgData name="Jatin Verma" userId="2aa75a8a7ced59db" providerId="LiveId" clId="{813F38BF-CEF7-4CE5-BDCD-FBA757EB9176}" dt="2025-03-20T08:10:12.306" v="737" actId="20577"/>
        <pc:sldMkLst>
          <pc:docMk/>
          <pc:sldMk cId="1652642145" sldId="287"/>
        </pc:sldMkLst>
        <pc:spChg chg="mod">
          <ac:chgData name="Jatin Verma" userId="2aa75a8a7ced59db" providerId="LiveId" clId="{813F38BF-CEF7-4CE5-BDCD-FBA757EB9176}" dt="2025-03-20T08:08:33.431" v="716" actId="20577"/>
          <ac:spMkLst>
            <pc:docMk/>
            <pc:sldMk cId="1652642145" sldId="287"/>
            <ac:spMk id="2" creationId="{BE0693A2-5402-B31B-EC95-FC4DC9ECD588}"/>
          </ac:spMkLst>
        </pc:spChg>
        <pc:spChg chg="add del mod">
          <ac:chgData name="Jatin Verma" userId="2aa75a8a7ced59db" providerId="LiveId" clId="{813F38BF-CEF7-4CE5-BDCD-FBA757EB9176}" dt="2025-03-20T08:10:12.306" v="737" actId="20577"/>
          <ac:spMkLst>
            <pc:docMk/>
            <pc:sldMk cId="1652642145" sldId="287"/>
            <ac:spMk id="3" creationId="{EBDCCFB5-B05E-B5E3-FBD4-62D1117EAC39}"/>
          </ac:spMkLst>
        </pc:spChg>
      </pc:sldChg>
      <pc:sldChg chg="modSp add mod">
        <pc:chgData name="Jatin Verma" userId="2aa75a8a7ced59db" providerId="LiveId" clId="{813F38BF-CEF7-4CE5-BDCD-FBA757EB9176}" dt="2025-03-20T08:21:31.142" v="791" actId="255"/>
        <pc:sldMkLst>
          <pc:docMk/>
          <pc:sldMk cId="461914328" sldId="288"/>
        </pc:sldMkLst>
        <pc:spChg chg="mod">
          <ac:chgData name="Jatin Verma" userId="2aa75a8a7ced59db" providerId="LiveId" clId="{813F38BF-CEF7-4CE5-BDCD-FBA757EB9176}" dt="2025-03-20T08:21:31.142" v="791" actId="255"/>
          <ac:spMkLst>
            <pc:docMk/>
            <pc:sldMk cId="461914328" sldId="288"/>
            <ac:spMk id="3" creationId="{C8FE7DEE-B09B-5A40-4CFF-E0A5AFBBD4EE}"/>
          </ac:spMkLst>
        </pc:spChg>
      </pc:sldChg>
      <pc:sldChg chg="modSp add mod">
        <pc:chgData name="Jatin Verma" userId="2aa75a8a7ced59db" providerId="LiveId" clId="{813F38BF-CEF7-4CE5-BDCD-FBA757EB9176}" dt="2025-03-20T08:21:12.700" v="790" actId="1076"/>
        <pc:sldMkLst>
          <pc:docMk/>
          <pc:sldMk cId="3831397263" sldId="289"/>
        </pc:sldMkLst>
        <pc:spChg chg="mod">
          <ac:chgData name="Jatin Verma" userId="2aa75a8a7ced59db" providerId="LiveId" clId="{813F38BF-CEF7-4CE5-BDCD-FBA757EB9176}" dt="2025-03-20T08:21:12.700" v="790" actId="1076"/>
          <ac:spMkLst>
            <pc:docMk/>
            <pc:sldMk cId="3831397263" sldId="289"/>
            <ac:spMk id="3" creationId="{973D51D0-F398-4C6C-6C0C-EAA13D73153B}"/>
          </ac:spMkLst>
        </pc:spChg>
      </pc:sldChg>
      <pc:sldChg chg="modSp add mod">
        <pc:chgData name="Jatin Verma" userId="2aa75a8a7ced59db" providerId="LiveId" clId="{813F38BF-CEF7-4CE5-BDCD-FBA757EB9176}" dt="2025-03-20T08:21:59.484" v="794" actId="14"/>
        <pc:sldMkLst>
          <pc:docMk/>
          <pc:sldMk cId="726646188" sldId="290"/>
        </pc:sldMkLst>
        <pc:spChg chg="mod">
          <ac:chgData name="Jatin Verma" userId="2aa75a8a7ced59db" providerId="LiveId" clId="{813F38BF-CEF7-4CE5-BDCD-FBA757EB9176}" dt="2025-03-20T08:21:59.484" v="794" actId="14"/>
          <ac:spMkLst>
            <pc:docMk/>
            <pc:sldMk cId="726646188" sldId="290"/>
            <ac:spMk id="3" creationId="{C8FE7DEE-B09B-5A40-4CFF-E0A5AFBBD4EE}"/>
          </ac:spMkLst>
        </pc:spChg>
      </pc:sldChg>
      <pc:sldChg chg="modSp new mod">
        <pc:chgData name="Jatin Verma" userId="2aa75a8a7ced59db" providerId="LiveId" clId="{813F38BF-CEF7-4CE5-BDCD-FBA757EB9176}" dt="2025-03-20T08:33:45.309" v="878" actId="1076"/>
        <pc:sldMkLst>
          <pc:docMk/>
          <pc:sldMk cId="709799687" sldId="291"/>
        </pc:sldMkLst>
        <pc:spChg chg="mod">
          <ac:chgData name="Jatin Verma" userId="2aa75a8a7ced59db" providerId="LiveId" clId="{813F38BF-CEF7-4CE5-BDCD-FBA757EB9176}" dt="2025-03-20T08:22:16.579" v="796"/>
          <ac:spMkLst>
            <pc:docMk/>
            <pc:sldMk cId="709799687" sldId="291"/>
            <ac:spMk id="2" creationId="{BD1D7D69-1B3B-A4D4-8362-75C33AB8B4F2}"/>
          </ac:spMkLst>
        </pc:spChg>
        <pc:spChg chg="mod">
          <ac:chgData name="Jatin Verma" userId="2aa75a8a7ced59db" providerId="LiveId" clId="{813F38BF-CEF7-4CE5-BDCD-FBA757EB9176}" dt="2025-03-20T08:33:45.309" v="878" actId="1076"/>
          <ac:spMkLst>
            <pc:docMk/>
            <pc:sldMk cId="709799687" sldId="291"/>
            <ac:spMk id="3" creationId="{CFDBEA70-FDBD-D0A4-273F-FC86B683637A}"/>
          </ac:spMkLst>
        </pc:spChg>
      </pc:sldChg>
      <pc:sldChg chg="modSp add mod modNotesTx">
        <pc:chgData name="Jatin Verma" userId="2aa75a8a7ced59db" providerId="LiveId" clId="{813F38BF-CEF7-4CE5-BDCD-FBA757EB9176}" dt="2025-03-24T00:49:02.395" v="1324" actId="20577"/>
        <pc:sldMkLst>
          <pc:docMk/>
          <pc:sldMk cId="1390798967" sldId="292"/>
        </pc:sldMkLst>
        <pc:spChg chg="mod">
          <ac:chgData name="Jatin Verma" userId="2aa75a8a7ced59db" providerId="LiveId" clId="{813F38BF-CEF7-4CE5-BDCD-FBA757EB9176}" dt="2025-03-24T00:49:02.395" v="1324" actId="20577"/>
          <ac:spMkLst>
            <pc:docMk/>
            <pc:sldMk cId="1390798967" sldId="292"/>
            <ac:spMk id="3" creationId="{FE4B82C5-C39E-3A4C-E279-4D0FEE31A063}"/>
          </ac:spMkLst>
        </pc:spChg>
      </pc:sldChg>
      <pc:sldChg chg="modSp new mod">
        <pc:chgData name="Jatin Verma" userId="2aa75a8a7ced59db" providerId="LiveId" clId="{813F38BF-CEF7-4CE5-BDCD-FBA757EB9176}" dt="2025-03-23T04:38:45.049" v="920" actId="20577"/>
        <pc:sldMkLst>
          <pc:docMk/>
          <pc:sldMk cId="1037677672" sldId="293"/>
        </pc:sldMkLst>
        <pc:spChg chg="mod">
          <ac:chgData name="Jatin Verma" userId="2aa75a8a7ced59db" providerId="LiveId" clId="{813F38BF-CEF7-4CE5-BDCD-FBA757EB9176}" dt="2025-03-20T08:25:12.455" v="815"/>
          <ac:spMkLst>
            <pc:docMk/>
            <pc:sldMk cId="1037677672" sldId="293"/>
            <ac:spMk id="2" creationId="{DEF4A234-B245-347B-AD84-3E947DC49329}"/>
          </ac:spMkLst>
        </pc:spChg>
        <pc:spChg chg="mod">
          <ac:chgData name="Jatin Verma" userId="2aa75a8a7ced59db" providerId="LiveId" clId="{813F38BF-CEF7-4CE5-BDCD-FBA757EB9176}" dt="2025-03-23T04:38:45.049" v="920" actId="20577"/>
          <ac:spMkLst>
            <pc:docMk/>
            <pc:sldMk cId="1037677672" sldId="293"/>
            <ac:spMk id="3" creationId="{197B7270-4449-4E20-B19B-286C3B15CF42}"/>
          </ac:spMkLst>
        </pc:spChg>
      </pc:sldChg>
      <pc:sldChg chg="addSp delSp modSp new mod">
        <pc:chgData name="Jatin Verma" userId="2aa75a8a7ced59db" providerId="LiveId" clId="{813F38BF-CEF7-4CE5-BDCD-FBA757EB9176}" dt="2025-03-20T08:29:02.536" v="856" actId="20577"/>
        <pc:sldMkLst>
          <pc:docMk/>
          <pc:sldMk cId="1341926799" sldId="294"/>
        </pc:sldMkLst>
        <pc:spChg chg="mod">
          <ac:chgData name="Jatin Verma" userId="2aa75a8a7ced59db" providerId="LiveId" clId="{813F38BF-CEF7-4CE5-BDCD-FBA757EB9176}" dt="2025-03-20T08:27:06.265" v="828"/>
          <ac:spMkLst>
            <pc:docMk/>
            <pc:sldMk cId="1341926799" sldId="294"/>
            <ac:spMk id="2" creationId="{DCADD6CA-7E0A-F20E-C86E-5EBC5F481645}"/>
          </ac:spMkLst>
        </pc:spChg>
        <pc:spChg chg="add del mod">
          <ac:chgData name="Jatin Verma" userId="2aa75a8a7ced59db" providerId="LiveId" clId="{813F38BF-CEF7-4CE5-BDCD-FBA757EB9176}" dt="2025-03-20T08:29:02.536" v="856" actId="20577"/>
          <ac:spMkLst>
            <pc:docMk/>
            <pc:sldMk cId="1341926799" sldId="294"/>
            <ac:spMk id="3" creationId="{8919AD0B-8ECD-6BF0-BB3D-9AC0DA5D674B}"/>
          </ac:spMkLst>
        </pc:spChg>
      </pc:sldChg>
      <pc:sldChg chg="addSp delSp modSp new mod">
        <pc:chgData name="Jatin Verma" userId="2aa75a8a7ced59db" providerId="LiveId" clId="{813F38BF-CEF7-4CE5-BDCD-FBA757EB9176}" dt="2025-03-24T00:47:31.531" v="1289" actId="21"/>
        <pc:sldMkLst>
          <pc:docMk/>
          <pc:sldMk cId="475663200" sldId="295"/>
        </pc:sldMkLst>
        <pc:spChg chg="mod">
          <ac:chgData name="Jatin Verma" userId="2aa75a8a7ced59db" providerId="LiveId" clId="{813F38BF-CEF7-4CE5-BDCD-FBA757EB9176}" dt="2025-03-20T08:30:36.806" v="861"/>
          <ac:spMkLst>
            <pc:docMk/>
            <pc:sldMk cId="475663200" sldId="295"/>
            <ac:spMk id="2" creationId="{639CFB87-4D4A-B55C-3CC6-DC6A66A1B1AD}"/>
          </ac:spMkLst>
        </pc:spChg>
        <pc:spChg chg="add del mod">
          <ac:chgData name="Jatin Verma" userId="2aa75a8a7ced59db" providerId="LiveId" clId="{813F38BF-CEF7-4CE5-BDCD-FBA757EB9176}" dt="2025-03-24T00:46:43.569" v="1285" actId="1076"/>
          <ac:spMkLst>
            <pc:docMk/>
            <pc:sldMk cId="475663200" sldId="295"/>
            <ac:spMk id="3" creationId="{014139D4-949F-C2C4-9F70-597D0B68650D}"/>
          </ac:spMkLst>
        </pc:spChg>
      </pc:sldChg>
      <pc:sldChg chg="modSp new mod modNotesTx">
        <pc:chgData name="Jatin Verma" userId="2aa75a8a7ced59db" providerId="LiveId" clId="{813F38BF-CEF7-4CE5-BDCD-FBA757EB9176}" dt="2025-03-24T00:35:38.067" v="1115" actId="20577"/>
        <pc:sldMkLst>
          <pc:docMk/>
          <pc:sldMk cId="3280839099" sldId="296"/>
        </pc:sldMkLst>
        <pc:spChg chg="mod">
          <ac:chgData name="Jatin Verma" userId="2aa75a8a7ced59db" providerId="LiveId" clId="{813F38BF-CEF7-4CE5-BDCD-FBA757EB9176}" dt="2025-03-24T00:29:38.564" v="1010" actId="20577"/>
          <ac:spMkLst>
            <pc:docMk/>
            <pc:sldMk cId="3280839099" sldId="296"/>
            <ac:spMk id="2" creationId="{0C691E53-E45B-75A8-945F-FDAE42985098}"/>
          </ac:spMkLst>
        </pc:spChg>
        <pc:spChg chg="mod">
          <ac:chgData name="Jatin Verma" userId="2aa75a8a7ced59db" providerId="LiveId" clId="{813F38BF-CEF7-4CE5-BDCD-FBA757EB9176}" dt="2025-03-24T00:33:04.189" v="1076" actId="20577"/>
          <ac:spMkLst>
            <pc:docMk/>
            <pc:sldMk cId="3280839099" sldId="296"/>
            <ac:spMk id="3" creationId="{47D67B90-AF41-2400-100A-208E20272AF3}"/>
          </ac:spMkLst>
        </pc:spChg>
      </pc:sldChg>
      <pc:sldChg chg="addSp modSp new mod modNotesTx">
        <pc:chgData name="Jatin Verma" userId="2aa75a8a7ced59db" providerId="LiveId" clId="{813F38BF-CEF7-4CE5-BDCD-FBA757EB9176}" dt="2025-03-24T00:47:39.227" v="1292" actId="1076"/>
        <pc:sldMkLst>
          <pc:docMk/>
          <pc:sldMk cId="1667510126" sldId="297"/>
        </pc:sldMkLst>
        <pc:spChg chg="mod">
          <ac:chgData name="Jatin Verma" userId="2aa75a8a7ced59db" providerId="LiveId" clId="{813F38BF-CEF7-4CE5-BDCD-FBA757EB9176}" dt="2025-03-24T00:46:13.588" v="1280" actId="20577"/>
          <ac:spMkLst>
            <pc:docMk/>
            <pc:sldMk cId="1667510126" sldId="297"/>
            <ac:spMk id="2" creationId="{47AA763E-BE2B-528A-63FA-9C5011CDE86C}"/>
          </ac:spMkLst>
        </pc:spChg>
        <pc:spChg chg="mod">
          <ac:chgData name="Jatin Verma" userId="2aa75a8a7ced59db" providerId="LiveId" clId="{813F38BF-CEF7-4CE5-BDCD-FBA757EB9176}" dt="2025-03-24T00:43:35.190" v="1273" actId="20577"/>
          <ac:spMkLst>
            <pc:docMk/>
            <pc:sldMk cId="1667510126" sldId="297"/>
            <ac:spMk id="3" creationId="{A0C7BD49-2A47-0222-0F4C-2E93BBF471BB}"/>
          </ac:spMkLst>
        </pc:spChg>
        <pc:picChg chg="add mod">
          <ac:chgData name="Jatin Verma" userId="2aa75a8a7ced59db" providerId="LiveId" clId="{813F38BF-CEF7-4CE5-BDCD-FBA757EB9176}" dt="2025-03-24T00:47:39.227" v="1292" actId="1076"/>
          <ac:picMkLst>
            <pc:docMk/>
            <pc:sldMk cId="1667510126" sldId="297"/>
            <ac:picMk id="5" creationId="{845546C3-1A2D-7D8C-238D-E5216D07CCA9}"/>
          </ac:picMkLst>
        </pc:picChg>
      </pc:sldChg>
      <pc:sldChg chg="addSp delSp modSp new mod modNotesTx">
        <pc:chgData name="Jatin Verma" userId="2aa75a8a7ced59db" providerId="LiveId" clId="{813F38BF-CEF7-4CE5-BDCD-FBA757EB9176}" dt="2025-03-24T01:13:30.415" v="1520"/>
        <pc:sldMkLst>
          <pc:docMk/>
          <pc:sldMk cId="1940541434" sldId="298"/>
        </pc:sldMkLst>
        <pc:spChg chg="add del mod">
          <ac:chgData name="Jatin Verma" userId="2aa75a8a7ced59db" providerId="LiveId" clId="{813F38BF-CEF7-4CE5-BDCD-FBA757EB9176}" dt="2025-03-24T00:59:43.702" v="1336"/>
          <ac:spMkLst>
            <pc:docMk/>
            <pc:sldMk cId="1940541434" sldId="298"/>
            <ac:spMk id="2" creationId="{490A9643-FDC4-21FE-EB5A-DAFE44D4CEDF}"/>
          </ac:spMkLst>
        </pc:spChg>
        <pc:spChg chg="add mod">
          <ac:chgData name="Jatin Verma" userId="2aa75a8a7ced59db" providerId="LiveId" clId="{813F38BF-CEF7-4CE5-BDCD-FBA757EB9176}" dt="2025-03-24T00:59:41.962" v="1335" actId="21"/>
          <ac:spMkLst>
            <pc:docMk/>
            <pc:sldMk cId="1940541434" sldId="298"/>
            <ac:spMk id="5" creationId="{CE69F477-A952-604A-6B13-59D541837F00}"/>
          </ac:spMkLst>
        </pc:spChg>
        <pc:graphicFrameChg chg="add mod modGraphic">
          <ac:chgData name="Jatin Verma" userId="2aa75a8a7ced59db" providerId="LiveId" clId="{813F38BF-CEF7-4CE5-BDCD-FBA757EB9176}" dt="2025-03-24T01:06:27.388" v="1502" actId="20577"/>
          <ac:graphicFrameMkLst>
            <pc:docMk/>
            <pc:sldMk cId="1940541434" sldId="298"/>
            <ac:graphicFrameMk id="4" creationId="{28D85448-6C5E-E9E3-1B4F-9F443512013F}"/>
          </ac:graphicFrameMkLst>
        </pc:graphicFrameChg>
      </pc:sldChg>
      <pc:sldChg chg="addSp modSp new mod">
        <pc:chgData name="Jatin Verma" userId="2aa75a8a7ced59db" providerId="LiveId" clId="{813F38BF-CEF7-4CE5-BDCD-FBA757EB9176}" dt="2025-03-24T01:20:00.251" v="1544" actId="113"/>
        <pc:sldMkLst>
          <pc:docMk/>
          <pc:sldMk cId="3569747416" sldId="299"/>
        </pc:sldMkLst>
        <pc:spChg chg="mod">
          <ac:chgData name="Jatin Verma" userId="2aa75a8a7ced59db" providerId="LiveId" clId="{813F38BF-CEF7-4CE5-BDCD-FBA757EB9176}" dt="2025-03-24T01:19:11.270" v="1532" actId="1076"/>
          <ac:spMkLst>
            <pc:docMk/>
            <pc:sldMk cId="3569747416" sldId="299"/>
            <ac:spMk id="2" creationId="{F30C17BE-FD4E-8FDB-4A4E-D9AE38ACC1F0}"/>
          </ac:spMkLst>
        </pc:spChg>
        <pc:spChg chg="mod">
          <ac:chgData name="Jatin Verma" userId="2aa75a8a7ced59db" providerId="LiveId" clId="{813F38BF-CEF7-4CE5-BDCD-FBA757EB9176}" dt="2025-03-24T01:19:14.259" v="1533" actId="1076"/>
          <ac:spMkLst>
            <pc:docMk/>
            <pc:sldMk cId="3569747416" sldId="299"/>
            <ac:spMk id="3" creationId="{79E55B9F-7E10-27CA-5DAA-62D45C8BA98A}"/>
          </ac:spMkLst>
        </pc:spChg>
        <pc:spChg chg="add mod">
          <ac:chgData name="Jatin Verma" userId="2aa75a8a7ced59db" providerId="LiveId" clId="{813F38BF-CEF7-4CE5-BDCD-FBA757EB9176}" dt="2025-03-24T01:20:00.251" v="1544" actId="113"/>
          <ac:spMkLst>
            <pc:docMk/>
            <pc:sldMk cId="3569747416" sldId="299"/>
            <ac:spMk id="7" creationId="{E5966656-8528-2344-FE24-8B0486185A3F}"/>
          </ac:spMkLst>
        </pc:spChg>
        <pc:picChg chg="add mod">
          <ac:chgData name="Jatin Verma" userId="2aa75a8a7ced59db" providerId="LiveId" clId="{813F38BF-CEF7-4CE5-BDCD-FBA757EB9176}" dt="2025-03-24T01:19:48.274" v="1541" actId="1076"/>
          <ac:picMkLst>
            <pc:docMk/>
            <pc:sldMk cId="3569747416" sldId="299"/>
            <ac:picMk id="5" creationId="{37C625CA-424B-47E7-24F0-DAE455EDB2DD}"/>
          </ac:picMkLst>
        </pc:picChg>
      </pc:sldChg>
      <pc:sldChg chg="modSp new mod">
        <pc:chgData name="Jatin Verma" userId="2aa75a8a7ced59db" providerId="LiveId" clId="{813F38BF-CEF7-4CE5-BDCD-FBA757EB9176}" dt="2025-03-24T01:22:35.773" v="1571" actId="255"/>
        <pc:sldMkLst>
          <pc:docMk/>
          <pc:sldMk cId="4035118079" sldId="300"/>
        </pc:sldMkLst>
        <pc:spChg chg="mod">
          <ac:chgData name="Jatin Verma" userId="2aa75a8a7ced59db" providerId="LiveId" clId="{813F38BF-CEF7-4CE5-BDCD-FBA757EB9176}" dt="2025-03-24T01:21:03.300" v="1548"/>
          <ac:spMkLst>
            <pc:docMk/>
            <pc:sldMk cId="4035118079" sldId="300"/>
            <ac:spMk id="2" creationId="{BB561ACB-834D-34DA-35AC-9834850F2066}"/>
          </ac:spMkLst>
        </pc:spChg>
        <pc:spChg chg="mod">
          <ac:chgData name="Jatin Verma" userId="2aa75a8a7ced59db" providerId="LiveId" clId="{813F38BF-CEF7-4CE5-BDCD-FBA757EB9176}" dt="2025-03-24T01:22:35.773" v="1571" actId="255"/>
          <ac:spMkLst>
            <pc:docMk/>
            <pc:sldMk cId="4035118079" sldId="300"/>
            <ac:spMk id="3" creationId="{4834340F-CEA3-3D3A-53F1-905B46E7A2E8}"/>
          </ac:spMkLst>
        </pc:spChg>
      </pc:sldChg>
      <pc:sldChg chg="addSp delSp modSp add mod modNotesTx">
        <pc:chgData name="Jatin Verma" userId="2aa75a8a7ced59db" providerId="LiveId" clId="{813F38BF-CEF7-4CE5-BDCD-FBA757EB9176}" dt="2025-03-27T00:09:21.676" v="1771" actId="20577"/>
        <pc:sldMkLst>
          <pc:docMk/>
          <pc:sldMk cId="2429321660" sldId="301"/>
        </pc:sldMkLst>
        <pc:spChg chg="mod">
          <ac:chgData name="Jatin Verma" userId="2aa75a8a7ced59db" providerId="LiveId" clId="{813F38BF-CEF7-4CE5-BDCD-FBA757EB9176}" dt="2025-03-24T01:24:57.800" v="1594" actId="1076"/>
          <ac:spMkLst>
            <pc:docMk/>
            <pc:sldMk cId="2429321660" sldId="301"/>
            <ac:spMk id="3" creationId="{61DBD020-A6EC-EF16-E7B3-3D5470445E25}"/>
          </ac:spMkLst>
        </pc:spChg>
        <pc:spChg chg="add mod">
          <ac:chgData name="Jatin Verma" userId="2aa75a8a7ced59db" providerId="LiveId" clId="{813F38BF-CEF7-4CE5-BDCD-FBA757EB9176}" dt="2025-03-24T01:25:05.926" v="1596" actId="1076"/>
          <ac:spMkLst>
            <pc:docMk/>
            <pc:sldMk cId="2429321660" sldId="301"/>
            <ac:spMk id="7" creationId="{7E125B95-87FB-14E3-0E90-52FC1B544B7F}"/>
          </ac:spMkLst>
        </pc:spChg>
        <pc:graphicFrameChg chg="add mod">
          <ac:chgData name="Jatin Verma" userId="2aa75a8a7ced59db" providerId="LiveId" clId="{813F38BF-CEF7-4CE5-BDCD-FBA757EB9176}" dt="2025-03-24T01:25:02.626" v="1595" actId="1076"/>
          <ac:graphicFrameMkLst>
            <pc:docMk/>
            <pc:sldMk cId="2429321660" sldId="301"/>
            <ac:graphicFrameMk id="4" creationId="{FDBF5DA7-7A3F-B5A7-CEC6-FEF635E8B721}"/>
          </ac:graphicFrameMkLst>
        </pc:graphicFrameChg>
      </pc:sldChg>
      <pc:sldChg chg="modSp new mod">
        <pc:chgData name="Jatin Verma" userId="2aa75a8a7ced59db" providerId="LiveId" clId="{813F38BF-CEF7-4CE5-BDCD-FBA757EB9176}" dt="2025-03-24T01:43:11.766" v="1619" actId="27636"/>
        <pc:sldMkLst>
          <pc:docMk/>
          <pc:sldMk cId="2516868163" sldId="302"/>
        </pc:sldMkLst>
        <pc:spChg chg="mod">
          <ac:chgData name="Jatin Verma" userId="2aa75a8a7ced59db" providerId="LiveId" clId="{813F38BF-CEF7-4CE5-BDCD-FBA757EB9176}" dt="2025-03-24T01:37:33.047" v="1603"/>
          <ac:spMkLst>
            <pc:docMk/>
            <pc:sldMk cId="2516868163" sldId="302"/>
            <ac:spMk id="2" creationId="{A7403847-0688-745E-F658-45D0A30F2CE9}"/>
          </ac:spMkLst>
        </pc:spChg>
        <pc:spChg chg="mod">
          <ac:chgData name="Jatin Verma" userId="2aa75a8a7ced59db" providerId="LiveId" clId="{813F38BF-CEF7-4CE5-BDCD-FBA757EB9176}" dt="2025-03-24T01:43:11.766" v="1619" actId="27636"/>
          <ac:spMkLst>
            <pc:docMk/>
            <pc:sldMk cId="2516868163" sldId="302"/>
            <ac:spMk id="3" creationId="{F24C950A-289B-5F74-4B50-9A2C1126BA63}"/>
          </ac:spMkLst>
        </pc:spChg>
      </pc:sldChg>
      <pc:sldChg chg="modSp new mod">
        <pc:chgData name="Jatin Verma" userId="2aa75a8a7ced59db" providerId="LiveId" clId="{813F38BF-CEF7-4CE5-BDCD-FBA757EB9176}" dt="2025-03-24T01:42:17.708" v="1615" actId="20578"/>
        <pc:sldMkLst>
          <pc:docMk/>
          <pc:sldMk cId="3356340400" sldId="303"/>
        </pc:sldMkLst>
        <pc:spChg chg="mod">
          <ac:chgData name="Jatin Verma" userId="2aa75a8a7ced59db" providerId="LiveId" clId="{813F38BF-CEF7-4CE5-BDCD-FBA757EB9176}" dt="2025-03-24T01:42:17.708" v="1615" actId="20578"/>
          <ac:spMkLst>
            <pc:docMk/>
            <pc:sldMk cId="3356340400" sldId="303"/>
            <ac:spMk id="2" creationId="{047669CB-3CBD-DC20-40CA-8F73BCD383ED}"/>
          </ac:spMkLst>
        </pc:spChg>
        <pc:spChg chg="mod">
          <ac:chgData name="Jatin Verma" userId="2aa75a8a7ced59db" providerId="LiveId" clId="{813F38BF-CEF7-4CE5-BDCD-FBA757EB9176}" dt="2025-03-24T01:42:13.183" v="1614"/>
          <ac:spMkLst>
            <pc:docMk/>
            <pc:sldMk cId="3356340400" sldId="303"/>
            <ac:spMk id="3" creationId="{EB21E2B3-F030-9346-F9E6-3622E1EA11A8}"/>
          </ac:spMkLst>
        </pc:spChg>
      </pc:sldChg>
      <pc:sldChg chg="modSp new mod">
        <pc:chgData name="Jatin Verma" userId="2aa75a8a7ced59db" providerId="LiveId" clId="{813F38BF-CEF7-4CE5-BDCD-FBA757EB9176}" dt="2025-03-24T01:45:53.126" v="1627" actId="20577"/>
        <pc:sldMkLst>
          <pc:docMk/>
          <pc:sldMk cId="1706607399" sldId="304"/>
        </pc:sldMkLst>
        <pc:spChg chg="mod">
          <ac:chgData name="Jatin Verma" userId="2aa75a8a7ced59db" providerId="LiveId" clId="{813F38BF-CEF7-4CE5-BDCD-FBA757EB9176}" dt="2025-03-24T01:44:17.036" v="1621"/>
          <ac:spMkLst>
            <pc:docMk/>
            <pc:sldMk cId="1706607399" sldId="304"/>
            <ac:spMk id="2" creationId="{7A86766B-B26B-4EE9-0ED7-936E21A0674A}"/>
          </ac:spMkLst>
        </pc:spChg>
        <pc:spChg chg="mod">
          <ac:chgData name="Jatin Verma" userId="2aa75a8a7ced59db" providerId="LiveId" clId="{813F38BF-CEF7-4CE5-BDCD-FBA757EB9176}" dt="2025-03-24T01:45:53.126" v="1627" actId="20577"/>
          <ac:spMkLst>
            <pc:docMk/>
            <pc:sldMk cId="1706607399" sldId="304"/>
            <ac:spMk id="3" creationId="{32AA7107-D582-6961-E946-7A7B61728310}"/>
          </ac:spMkLst>
        </pc:spChg>
      </pc:sldChg>
      <pc:sldChg chg="modSp new mod">
        <pc:chgData name="Jatin Verma" userId="2aa75a8a7ced59db" providerId="LiveId" clId="{813F38BF-CEF7-4CE5-BDCD-FBA757EB9176}" dt="2025-03-24T01:48:00.703" v="1674" actId="20577"/>
        <pc:sldMkLst>
          <pc:docMk/>
          <pc:sldMk cId="3980210175" sldId="305"/>
        </pc:sldMkLst>
        <pc:spChg chg="mod">
          <ac:chgData name="Jatin Verma" userId="2aa75a8a7ced59db" providerId="LiveId" clId="{813F38BF-CEF7-4CE5-BDCD-FBA757EB9176}" dt="2025-03-24T01:48:00.703" v="1674" actId="20577"/>
          <ac:spMkLst>
            <pc:docMk/>
            <pc:sldMk cId="3980210175" sldId="305"/>
            <ac:spMk id="2" creationId="{470614CE-D979-AF02-D36C-EB7FBE415B08}"/>
          </ac:spMkLst>
        </pc:spChg>
        <pc:spChg chg="mod">
          <ac:chgData name="Jatin Verma" userId="2aa75a8a7ced59db" providerId="LiveId" clId="{813F38BF-CEF7-4CE5-BDCD-FBA757EB9176}" dt="2025-03-24T01:47:45.144" v="1650" actId="20577"/>
          <ac:spMkLst>
            <pc:docMk/>
            <pc:sldMk cId="3980210175" sldId="305"/>
            <ac:spMk id="3" creationId="{E2E26AB6-23A9-7878-7DBF-CC04712BCDC6}"/>
          </ac:spMkLst>
        </pc:spChg>
      </pc:sldChg>
      <pc:sldChg chg="modSp new mod">
        <pc:chgData name="Jatin Verma" userId="2aa75a8a7ced59db" providerId="LiveId" clId="{813F38BF-CEF7-4CE5-BDCD-FBA757EB9176}" dt="2025-03-24T01:55:32.983" v="1770" actId="122"/>
        <pc:sldMkLst>
          <pc:docMk/>
          <pc:sldMk cId="301389282" sldId="306"/>
        </pc:sldMkLst>
        <pc:spChg chg="mod">
          <ac:chgData name="Jatin Verma" userId="2aa75a8a7ced59db" providerId="LiveId" clId="{813F38BF-CEF7-4CE5-BDCD-FBA757EB9176}" dt="2025-03-24T01:51:40.647" v="1718" actId="20577"/>
          <ac:spMkLst>
            <pc:docMk/>
            <pc:sldMk cId="301389282" sldId="306"/>
            <ac:spMk id="2" creationId="{54EB5A5C-4718-E1B0-85BC-68C3E8E945D6}"/>
          </ac:spMkLst>
        </pc:spChg>
        <pc:spChg chg="mod">
          <ac:chgData name="Jatin Verma" userId="2aa75a8a7ced59db" providerId="LiveId" clId="{813F38BF-CEF7-4CE5-BDCD-FBA757EB9176}" dt="2025-03-24T01:55:32.983" v="1770" actId="122"/>
          <ac:spMkLst>
            <pc:docMk/>
            <pc:sldMk cId="301389282" sldId="306"/>
            <ac:spMk id="3" creationId="{DCCC8BA4-A25A-9F92-1807-A93444BE5BEB}"/>
          </ac:spMkLst>
        </pc:spChg>
      </pc:sldChg>
      <pc:sldChg chg="modSp new mod">
        <pc:chgData name="Jatin Verma" userId="2aa75a8a7ced59db" providerId="LiveId" clId="{813F38BF-CEF7-4CE5-BDCD-FBA757EB9176}" dt="2025-03-27T00:13:00.461" v="1778" actId="1076"/>
        <pc:sldMkLst>
          <pc:docMk/>
          <pc:sldMk cId="2111220089" sldId="307"/>
        </pc:sldMkLst>
        <pc:spChg chg="mod">
          <ac:chgData name="Jatin Verma" userId="2aa75a8a7ced59db" providerId="LiveId" clId="{813F38BF-CEF7-4CE5-BDCD-FBA757EB9176}" dt="2025-03-27T00:12:25.301" v="1773"/>
          <ac:spMkLst>
            <pc:docMk/>
            <pc:sldMk cId="2111220089" sldId="307"/>
            <ac:spMk id="2" creationId="{2B8830B0-EB64-95A6-E1E1-E29879120268}"/>
          </ac:spMkLst>
        </pc:spChg>
        <pc:spChg chg="mod">
          <ac:chgData name="Jatin Verma" userId="2aa75a8a7ced59db" providerId="LiveId" clId="{813F38BF-CEF7-4CE5-BDCD-FBA757EB9176}" dt="2025-03-27T00:13:00.461" v="1778" actId="1076"/>
          <ac:spMkLst>
            <pc:docMk/>
            <pc:sldMk cId="2111220089" sldId="307"/>
            <ac:spMk id="3" creationId="{365C926C-DA2B-453B-64B6-96634F489334}"/>
          </ac:spMkLst>
        </pc:spChg>
      </pc:sldChg>
      <pc:sldChg chg="modSp new mod">
        <pc:chgData name="Jatin Verma" userId="2aa75a8a7ced59db" providerId="LiveId" clId="{813F38BF-CEF7-4CE5-BDCD-FBA757EB9176}" dt="2025-03-27T00:17:22.134" v="1884" actId="20577"/>
        <pc:sldMkLst>
          <pc:docMk/>
          <pc:sldMk cId="40613803" sldId="308"/>
        </pc:sldMkLst>
        <pc:spChg chg="mod">
          <ac:chgData name="Jatin Verma" userId="2aa75a8a7ced59db" providerId="LiveId" clId="{813F38BF-CEF7-4CE5-BDCD-FBA757EB9176}" dt="2025-03-27T00:14:11.867" v="1785" actId="20577"/>
          <ac:spMkLst>
            <pc:docMk/>
            <pc:sldMk cId="40613803" sldId="308"/>
            <ac:spMk id="2" creationId="{7E2C6A7F-5129-49F2-20B2-FA5AE1119282}"/>
          </ac:spMkLst>
        </pc:spChg>
        <pc:spChg chg="mod">
          <ac:chgData name="Jatin Verma" userId="2aa75a8a7ced59db" providerId="LiveId" clId="{813F38BF-CEF7-4CE5-BDCD-FBA757EB9176}" dt="2025-03-27T00:17:22.134" v="1884" actId="20577"/>
          <ac:spMkLst>
            <pc:docMk/>
            <pc:sldMk cId="40613803" sldId="308"/>
            <ac:spMk id="3" creationId="{34C53E13-A485-9EDB-908D-C4AAD13A850E}"/>
          </ac:spMkLst>
        </pc:spChg>
      </pc:sldChg>
      <pc:sldChg chg="modSp new mod">
        <pc:chgData name="Jatin Verma" userId="2aa75a8a7ced59db" providerId="LiveId" clId="{813F38BF-CEF7-4CE5-BDCD-FBA757EB9176}" dt="2025-03-27T00:21:54.712" v="1924" actId="15"/>
        <pc:sldMkLst>
          <pc:docMk/>
          <pc:sldMk cId="4253387847" sldId="309"/>
        </pc:sldMkLst>
        <pc:spChg chg="mod">
          <ac:chgData name="Jatin Verma" userId="2aa75a8a7ced59db" providerId="LiveId" clId="{813F38BF-CEF7-4CE5-BDCD-FBA757EB9176}" dt="2025-03-27T00:20:04.745" v="1915" actId="20577"/>
          <ac:spMkLst>
            <pc:docMk/>
            <pc:sldMk cId="4253387847" sldId="309"/>
            <ac:spMk id="2" creationId="{C7D00AD7-C084-876A-FB22-B57FD5B41239}"/>
          </ac:spMkLst>
        </pc:spChg>
        <pc:spChg chg="mod">
          <ac:chgData name="Jatin Verma" userId="2aa75a8a7ced59db" providerId="LiveId" clId="{813F38BF-CEF7-4CE5-BDCD-FBA757EB9176}" dt="2025-03-27T00:21:54.712" v="1924" actId="15"/>
          <ac:spMkLst>
            <pc:docMk/>
            <pc:sldMk cId="4253387847" sldId="309"/>
            <ac:spMk id="3" creationId="{49D71EB8-A42E-47AC-5AE7-FD9A53BBB9A7}"/>
          </ac:spMkLst>
        </pc:spChg>
      </pc:sldChg>
      <pc:sldChg chg="addSp modSp new mod modNotesTx">
        <pc:chgData name="Jatin Verma" userId="2aa75a8a7ced59db" providerId="LiveId" clId="{813F38BF-CEF7-4CE5-BDCD-FBA757EB9176}" dt="2025-03-27T00:36:16.689" v="1949"/>
        <pc:sldMkLst>
          <pc:docMk/>
          <pc:sldMk cId="1836565877" sldId="310"/>
        </pc:sldMkLst>
        <pc:spChg chg="mod">
          <ac:chgData name="Jatin Verma" userId="2aa75a8a7ced59db" providerId="LiveId" clId="{813F38BF-CEF7-4CE5-BDCD-FBA757EB9176}" dt="2025-03-27T00:24:14.131" v="1939" actId="20577"/>
          <ac:spMkLst>
            <pc:docMk/>
            <pc:sldMk cId="1836565877" sldId="310"/>
            <ac:spMk id="2" creationId="{3C1DD2B8-A60E-1E4C-8535-9F6DC987CD0D}"/>
          </ac:spMkLst>
        </pc:spChg>
        <pc:picChg chg="add mod">
          <ac:chgData name="Jatin Verma" userId="2aa75a8a7ced59db" providerId="LiveId" clId="{813F38BF-CEF7-4CE5-BDCD-FBA757EB9176}" dt="2025-03-27T00:26:46.080" v="1947" actId="1076"/>
          <ac:picMkLst>
            <pc:docMk/>
            <pc:sldMk cId="1836565877" sldId="310"/>
            <ac:picMk id="5" creationId="{5B1BD758-C74B-104F-5CA5-AD22C52E9462}"/>
          </ac:picMkLst>
        </pc:picChg>
      </pc:sldChg>
      <pc:sldChg chg="modSp new mod">
        <pc:chgData name="Jatin Verma" userId="2aa75a8a7ced59db" providerId="LiveId" clId="{813F38BF-CEF7-4CE5-BDCD-FBA757EB9176}" dt="2025-03-27T00:44:00.751" v="1998" actId="20577"/>
        <pc:sldMkLst>
          <pc:docMk/>
          <pc:sldMk cId="1577125196" sldId="311"/>
        </pc:sldMkLst>
        <pc:spChg chg="mod">
          <ac:chgData name="Jatin Verma" userId="2aa75a8a7ced59db" providerId="LiveId" clId="{813F38BF-CEF7-4CE5-BDCD-FBA757EB9176}" dt="2025-03-27T00:38:25.206" v="1953" actId="20577"/>
          <ac:spMkLst>
            <pc:docMk/>
            <pc:sldMk cId="1577125196" sldId="311"/>
            <ac:spMk id="2" creationId="{14BCB91F-1E74-5155-06FE-1E1DFF09D3F8}"/>
          </ac:spMkLst>
        </pc:spChg>
        <pc:spChg chg="mod">
          <ac:chgData name="Jatin Verma" userId="2aa75a8a7ced59db" providerId="LiveId" clId="{813F38BF-CEF7-4CE5-BDCD-FBA757EB9176}" dt="2025-03-27T00:44:00.751" v="1998" actId="20577"/>
          <ac:spMkLst>
            <pc:docMk/>
            <pc:sldMk cId="1577125196" sldId="311"/>
            <ac:spMk id="3" creationId="{0C7F17F2-3D5C-201E-4EB2-CF0F5E54494C}"/>
          </ac:spMkLst>
        </pc:spChg>
      </pc:sldChg>
      <pc:sldChg chg="addSp modSp new mod">
        <pc:chgData name="Jatin Verma" userId="2aa75a8a7ced59db" providerId="LiveId" clId="{813F38BF-CEF7-4CE5-BDCD-FBA757EB9176}" dt="2025-03-27T00:51:15.840" v="2034" actId="14100"/>
        <pc:sldMkLst>
          <pc:docMk/>
          <pc:sldMk cId="1044747445" sldId="312"/>
        </pc:sldMkLst>
        <pc:spChg chg="mod">
          <ac:chgData name="Jatin Verma" userId="2aa75a8a7ced59db" providerId="LiveId" clId="{813F38BF-CEF7-4CE5-BDCD-FBA757EB9176}" dt="2025-03-27T00:47:31.403" v="2000"/>
          <ac:spMkLst>
            <pc:docMk/>
            <pc:sldMk cId="1044747445" sldId="312"/>
            <ac:spMk id="2" creationId="{F528C612-0F38-5B30-BB81-09D880104944}"/>
          </ac:spMkLst>
        </pc:spChg>
        <pc:spChg chg="mod">
          <ac:chgData name="Jatin Verma" userId="2aa75a8a7ced59db" providerId="LiveId" clId="{813F38BF-CEF7-4CE5-BDCD-FBA757EB9176}" dt="2025-03-27T00:50:09.958" v="2026"/>
          <ac:spMkLst>
            <pc:docMk/>
            <pc:sldMk cId="1044747445" sldId="312"/>
            <ac:spMk id="3" creationId="{B383E903-32A9-7911-5F91-8FBFAB4C9E6E}"/>
          </ac:spMkLst>
        </pc:spChg>
        <pc:spChg chg="add mod">
          <ac:chgData name="Jatin Verma" userId="2aa75a8a7ced59db" providerId="LiveId" clId="{813F38BF-CEF7-4CE5-BDCD-FBA757EB9176}" dt="2025-03-27T00:49:39.770" v="2023" actId="14100"/>
          <ac:spMkLst>
            <pc:docMk/>
            <pc:sldMk cId="1044747445" sldId="312"/>
            <ac:spMk id="4" creationId="{AC7BF1D4-6BE4-5C03-CCBD-F293CD41650E}"/>
          </ac:spMkLst>
        </pc:spChg>
        <pc:spChg chg="add">
          <ac:chgData name="Jatin Verma" userId="2aa75a8a7ced59db" providerId="LiveId" clId="{813F38BF-CEF7-4CE5-BDCD-FBA757EB9176}" dt="2025-03-27T00:49:48.254" v="2024" actId="11529"/>
          <ac:spMkLst>
            <pc:docMk/>
            <pc:sldMk cId="1044747445" sldId="312"/>
            <ac:spMk id="5" creationId="{83ECAA30-56D4-01CA-8ABA-83298E13F610}"/>
          </ac:spMkLst>
        </pc:spChg>
        <pc:spChg chg="add mod">
          <ac:chgData name="Jatin Verma" userId="2aa75a8a7ced59db" providerId="LiveId" clId="{813F38BF-CEF7-4CE5-BDCD-FBA757EB9176}" dt="2025-03-27T00:50:28.950" v="2028"/>
          <ac:spMkLst>
            <pc:docMk/>
            <pc:sldMk cId="1044747445" sldId="312"/>
            <ac:spMk id="6" creationId="{A6F65BF2-6FE7-B700-B73F-54D5069510F6}"/>
          </ac:spMkLst>
        </pc:spChg>
        <pc:spChg chg="add mod">
          <ac:chgData name="Jatin Verma" userId="2aa75a8a7ced59db" providerId="LiveId" clId="{813F38BF-CEF7-4CE5-BDCD-FBA757EB9176}" dt="2025-03-27T00:51:15.840" v="2034" actId="14100"/>
          <ac:spMkLst>
            <pc:docMk/>
            <pc:sldMk cId="1044747445" sldId="312"/>
            <ac:spMk id="7" creationId="{92147E3C-9728-CDE5-8F68-6D039EF67AED}"/>
          </ac:spMkLst>
        </pc:spChg>
      </pc:sldChg>
      <pc:sldChg chg="delSp modSp add mod">
        <pc:chgData name="Jatin Verma" userId="2aa75a8a7ced59db" providerId="LiveId" clId="{813F38BF-CEF7-4CE5-BDCD-FBA757EB9176}" dt="2025-03-27T00:52:49.616" v="2048"/>
        <pc:sldMkLst>
          <pc:docMk/>
          <pc:sldMk cId="333751401" sldId="313"/>
        </pc:sldMkLst>
        <pc:spChg chg="mod">
          <ac:chgData name="Jatin Verma" userId="2aa75a8a7ced59db" providerId="LiveId" clId="{813F38BF-CEF7-4CE5-BDCD-FBA757EB9176}" dt="2025-03-27T00:52:49.616" v="2048"/>
          <ac:spMkLst>
            <pc:docMk/>
            <pc:sldMk cId="333751401" sldId="313"/>
            <ac:spMk id="3" creationId="{3A856ABE-5C67-D2B3-03E0-4A66B7B4469E}"/>
          </ac:spMkLst>
        </pc:spChg>
      </pc:sldChg>
      <pc:sldChg chg="modSp new mod">
        <pc:chgData name="Jatin Verma" userId="2aa75a8a7ced59db" providerId="LiveId" clId="{813F38BF-CEF7-4CE5-BDCD-FBA757EB9176}" dt="2025-03-27T00:58:14.039" v="2062" actId="20577"/>
        <pc:sldMkLst>
          <pc:docMk/>
          <pc:sldMk cId="2098909313" sldId="314"/>
        </pc:sldMkLst>
        <pc:spChg chg="mod">
          <ac:chgData name="Jatin Verma" userId="2aa75a8a7ced59db" providerId="LiveId" clId="{813F38BF-CEF7-4CE5-BDCD-FBA757EB9176}" dt="2025-03-27T00:56:04.688" v="2054"/>
          <ac:spMkLst>
            <pc:docMk/>
            <pc:sldMk cId="2098909313" sldId="314"/>
            <ac:spMk id="2" creationId="{C484CE4D-3C3B-EA6F-B1CE-F8AD22078EDA}"/>
          </ac:spMkLst>
        </pc:spChg>
        <pc:spChg chg="mod">
          <ac:chgData name="Jatin Verma" userId="2aa75a8a7ced59db" providerId="LiveId" clId="{813F38BF-CEF7-4CE5-BDCD-FBA757EB9176}" dt="2025-03-27T00:58:14.039" v="2062" actId="20577"/>
          <ac:spMkLst>
            <pc:docMk/>
            <pc:sldMk cId="2098909313" sldId="314"/>
            <ac:spMk id="3" creationId="{05DF08E5-AE49-4514-1F97-CA7F5B39CB03}"/>
          </ac:spMkLst>
        </pc:spChg>
      </pc:sldChg>
      <pc:sldChg chg="addSp modSp new mod">
        <pc:chgData name="Jatin Verma" userId="2aa75a8a7ced59db" providerId="LiveId" clId="{813F38BF-CEF7-4CE5-BDCD-FBA757EB9176}" dt="2025-03-27T01:00:41.814" v="2092" actId="27636"/>
        <pc:sldMkLst>
          <pc:docMk/>
          <pc:sldMk cId="2313569863" sldId="315"/>
        </pc:sldMkLst>
        <pc:spChg chg="mod">
          <ac:chgData name="Jatin Verma" userId="2aa75a8a7ced59db" providerId="LiveId" clId="{813F38BF-CEF7-4CE5-BDCD-FBA757EB9176}" dt="2025-03-27T00:57:24.521" v="2056"/>
          <ac:spMkLst>
            <pc:docMk/>
            <pc:sldMk cId="2313569863" sldId="315"/>
            <ac:spMk id="2" creationId="{625A361E-2B49-9B68-6501-3CEE41583190}"/>
          </ac:spMkLst>
        </pc:spChg>
        <pc:spChg chg="mod">
          <ac:chgData name="Jatin Verma" userId="2aa75a8a7ced59db" providerId="LiveId" clId="{813F38BF-CEF7-4CE5-BDCD-FBA757EB9176}" dt="2025-03-27T01:00:41.814" v="2092" actId="27636"/>
          <ac:spMkLst>
            <pc:docMk/>
            <pc:sldMk cId="2313569863" sldId="315"/>
            <ac:spMk id="3" creationId="{D8C70B07-1B80-1D46-04E2-690173692FFF}"/>
          </ac:spMkLst>
        </pc:spChg>
      </pc:sldChg>
      <pc:sldChg chg="modSp new mod modNotesTx">
        <pc:chgData name="Jatin Verma" userId="2aa75a8a7ced59db" providerId="LiveId" clId="{813F38BF-CEF7-4CE5-BDCD-FBA757EB9176}" dt="2025-03-27T01:20:23.364" v="2156" actId="20577"/>
        <pc:sldMkLst>
          <pc:docMk/>
          <pc:sldMk cId="2954517889" sldId="316"/>
        </pc:sldMkLst>
        <pc:spChg chg="mod">
          <ac:chgData name="Jatin Verma" userId="2aa75a8a7ced59db" providerId="LiveId" clId="{813F38BF-CEF7-4CE5-BDCD-FBA757EB9176}" dt="2025-03-27T01:02:32.947" v="2094"/>
          <ac:spMkLst>
            <pc:docMk/>
            <pc:sldMk cId="2954517889" sldId="316"/>
            <ac:spMk id="2" creationId="{B9AE3A82-F68D-9EF1-CF20-43B5D1ED41B8}"/>
          </ac:spMkLst>
        </pc:spChg>
        <pc:spChg chg="mod">
          <ac:chgData name="Jatin Verma" userId="2aa75a8a7ced59db" providerId="LiveId" clId="{813F38BF-CEF7-4CE5-BDCD-FBA757EB9176}" dt="2025-03-27T01:20:23.364" v="2156" actId="20577"/>
          <ac:spMkLst>
            <pc:docMk/>
            <pc:sldMk cId="2954517889" sldId="316"/>
            <ac:spMk id="3" creationId="{B93914BA-5B49-56FC-881F-A2639E22DF2A}"/>
          </ac:spMkLst>
        </pc:spChg>
      </pc:sldChg>
      <pc:sldChg chg="modSp add mod modNotesTx">
        <pc:chgData name="Jatin Verma" userId="2aa75a8a7ced59db" providerId="LiveId" clId="{813F38BF-CEF7-4CE5-BDCD-FBA757EB9176}" dt="2025-03-27T01:16:37.137" v="2151" actId="6549"/>
        <pc:sldMkLst>
          <pc:docMk/>
          <pc:sldMk cId="686604368" sldId="317"/>
        </pc:sldMkLst>
        <pc:spChg chg="mod">
          <ac:chgData name="Jatin Verma" userId="2aa75a8a7ced59db" providerId="LiveId" clId="{813F38BF-CEF7-4CE5-BDCD-FBA757EB9176}" dt="2025-03-27T01:16:31.442" v="2150" actId="27636"/>
          <ac:spMkLst>
            <pc:docMk/>
            <pc:sldMk cId="686604368" sldId="317"/>
            <ac:spMk id="3" creationId="{AE8A6545-F82B-6FC5-6782-077C302405C8}"/>
          </ac:spMkLst>
        </pc:spChg>
      </pc:sldChg>
      <pc:sldChg chg="modSp new mod">
        <pc:chgData name="Jatin Verma" userId="2aa75a8a7ced59db" providerId="LiveId" clId="{813F38BF-CEF7-4CE5-BDCD-FBA757EB9176}" dt="2025-03-27T01:27:25.044" v="2499" actId="20577"/>
        <pc:sldMkLst>
          <pc:docMk/>
          <pc:sldMk cId="3709176970" sldId="318"/>
        </pc:sldMkLst>
        <pc:spChg chg="mod">
          <ac:chgData name="Jatin Verma" userId="2aa75a8a7ced59db" providerId="LiveId" clId="{813F38BF-CEF7-4CE5-BDCD-FBA757EB9176}" dt="2025-03-27T01:24:23.306" v="2166" actId="20577"/>
          <ac:spMkLst>
            <pc:docMk/>
            <pc:sldMk cId="3709176970" sldId="318"/>
            <ac:spMk id="2" creationId="{F22DB1E1-1D1B-E79B-98E4-40C6CFE099B0}"/>
          </ac:spMkLst>
        </pc:spChg>
        <pc:spChg chg="mod">
          <ac:chgData name="Jatin Verma" userId="2aa75a8a7ced59db" providerId="LiveId" clId="{813F38BF-CEF7-4CE5-BDCD-FBA757EB9176}" dt="2025-03-27T01:27:25.044" v="2499" actId="20577"/>
          <ac:spMkLst>
            <pc:docMk/>
            <pc:sldMk cId="3709176970" sldId="318"/>
            <ac:spMk id="3" creationId="{A84B7271-ABB4-6F3A-86F4-6E624D94FA45}"/>
          </ac:spMkLst>
        </pc:spChg>
      </pc:sldChg>
      <pc:sldChg chg="add">
        <pc:chgData name="Jatin Verma" userId="2aa75a8a7ced59db" providerId="LiveId" clId="{813F38BF-CEF7-4CE5-BDCD-FBA757EB9176}" dt="2025-03-27T01:27:32.232" v="2500"/>
        <pc:sldMkLst>
          <pc:docMk/>
          <pc:sldMk cId="111963404" sldId="319"/>
        </pc:sldMkLst>
      </pc:sldChg>
      <pc:sldChg chg="addSp delSp modSp new mod">
        <pc:chgData name="Jatin Verma" userId="2aa75a8a7ced59db" providerId="LiveId" clId="{813F38BF-CEF7-4CE5-BDCD-FBA757EB9176}" dt="2025-03-27T01:29:16.385" v="2518" actId="1076"/>
        <pc:sldMkLst>
          <pc:docMk/>
          <pc:sldMk cId="3375831710" sldId="320"/>
        </pc:sldMkLst>
        <pc:picChg chg="add mod">
          <ac:chgData name="Jatin Verma" userId="2aa75a8a7ced59db" providerId="LiveId" clId="{813F38BF-CEF7-4CE5-BDCD-FBA757EB9176}" dt="2025-03-27T01:29:16.385" v="2518" actId="1076"/>
          <ac:picMkLst>
            <pc:docMk/>
            <pc:sldMk cId="3375831710" sldId="320"/>
            <ac:picMk id="5" creationId="{2C6B2B76-6375-425A-8961-D1D3EB8D7B00}"/>
          </ac:picMkLst>
        </pc:picChg>
      </pc:sldChg>
      <pc:sldChg chg="modSp new mod">
        <pc:chgData name="Jatin Verma" userId="2aa75a8a7ced59db" providerId="LiveId" clId="{813F38BF-CEF7-4CE5-BDCD-FBA757EB9176}" dt="2025-03-28T01:37:00.832" v="2530" actId="20577"/>
        <pc:sldMkLst>
          <pc:docMk/>
          <pc:sldMk cId="789210278" sldId="321"/>
        </pc:sldMkLst>
        <pc:spChg chg="mod">
          <ac:chgData name="Jatin Verma" userId="2aa75a8a7ced59db" providerId="LiveId" clId="{813F38BF-CEF7-4CE5-BDCD-FBA757EB9176}" dt="2025-03-28T00:29:00.942" v="2523" actId="20577"/>
          <ac:spMkLst>
            <pc:docMk/>
            <pc:sldMk cId="789210278" sldId="321"/>
            <ac:spMk id="2" creationId="{6305DF4E-D5D6-ED18-F0DE-A6D2FDFFA745}"/>
          </ac:spMkLst>
        </pc:spChg>
        <pc:spChg chg="mod">
          <ac:chgData name="Jatin Verma" userId="2aa75a8a7ced59db" providerId="LiveId" clId="{813F38BF-CEF7-4CE5-BDCD-FBA757EB9176}" dt="2025-03-28T01:37:00.832" v="2530" actId="20577"/>
          <ac:spMkLst>
            <pc:docMk/>
            <pc:sldMk cId="789210278" sldId="321"/>
            <ac:spMk id="3" creationId="{256618F5-971A-6ABB-28F1-147EB158FD16}"/>
          </ac:spMkLst>
        </pc:spChg>
      </pc:sldChg>
      <pc:sldChg chg="modSp add mod">
        <pc:chgData name="Jatin Verma" userId="2aa75a8a7ced59db" providerId="LiveId" clId="{813F38BF-CEF7-4CE5-BDCD-FBA757EB9176}" dt="2025-03-28T01:43:01.379" v="2630" actId="20577"/>
        <pc:sldMkLst>
          <pc:docMk/>
          <pc:sldMk cId="615622600" sldId="322"/>
        </pc:sldMkLst>
        <pc:spChg chg="mod">
          <ac:chgData name="Jatin Verma" userId="2aa75a8a7ced59db" providerId="LiveId" clId="{813F38BF-CEF7-4CE5-BDCD-FBA757EB9176}" dt="2025-03-28T01:43:01.379" v="2630" actId="20577"/>
          <ac:spMkLst>
            <pc:docMk/>
            <pc:sldMk cId="615622600" sldId="322"/>
            <ac:spMk id="3" creationId="{9B20CD46-FFE0-8F1B-B901-FB72D2C97A46}"/>
          </ac:spMkLst>
        </pc:spChg>
      </pc:sldChg>
      <pc:sldChg chg="modSp add mod">
        <pc:chgData name="Jatin Verma" userId="2aa75a8a7ced59db" providerId="LiveId" clId="{813F38BF-CEF7-4CE5-BDCD-FBA757EB9176}" dt="2025-03-28T01:47:42.086" v="2636" actId="20577"/>
        <pc:sldMkLst>
          <pc:docMk/>
          <pc:sldMk cId="1940892633" sldId="323"/>
        </pc:sldMkLst>
        <pc:spChg chg="mod">
          <ac:chgData name="Jatin Verma" userId="2aa75a8a7ced59db" providerId="LiveId" clId="{813F38BF-CEF7-4CE5-BDCD-FBA757EB9176}" dt="2025-03-28T01:47:42.086" v="2636" actId="20577"/>
          <ac:spMkLst>
            <pc:docMk/>
            <pc:sldMk cId="1940892633" sldId="323"/>
            <ac:spMk id="3" creationId="{F2636D27-0C52-20A4-FC1D-4589900ED98C}"/>
          </ac:spMkLst>
        </pc:spChg>
      </pc:sldChg>
      <pc:sldChg chg="modSp add mod">
        <pc:chgData name="Jatin Verma" userId="2aa75a8a7ced59db" providerId="LiveId" clId="{813F38BF-CEF7-4CE5-BDCD-FBA757EB9176}" dt="2025-03-28T01:53:06.221" v="2763" actId="123"/>
        <pc:sldMkLst>
          <pc:docMk/>
          <pc:sldMk cId="3821016395" sldId="324"/>
        </pc:sldMkLst>
        <pc:spChg chg="mod">
          <ac:chgData name="Jatin Verma" userId="2aa75a8a7ced59db" providerId="LiveId" clId="{813F38BF-CEF7-4CE5-BDCD-FBA757EB9176}" dt="2025-03-28T01:53:06.221" v="2763" actId="123"/>
          <ac:spMkLst>
            <pc:docMk/>
            <pc:sldMk cId="3821016395" sldId="324"/>
            <ac:spMk id="3" creationId="{F5A4A8F6-2011-786B-B6EE-70DAFA5B54C9}"/>
          </ac:spMkLst>
        </pc:spChg>
      </pc:sldChg>
      <pc:sldChg chg="modSp add mod">
        <pc:chgData name="Jatin Verma" userId="2aa75a8a7ced59db" providerId="LiveId" clId="{813F38BF-CEF7-4CE5-BDCD-FBA757EB9176}" dt="2025-03-28T01:51:25.576" v="2754" actId="20577"/>
        <pc:sldMkLst>
          <pc:docMk/>
          <pc:sldMk cId="1626946930" sldId="325"/>
        </pc:sldMkLst>
        <pc:spChg chg="mod">
          <ac:chgData name="Jatin Verma" userId="2aa75a8a7ced59db" providerId="LiveId" clId="{813F38BF-CEF7-4CE5-BDCD-FBA757EB9176}" dt="2025-03-28T01:51:25.576" v="2754" actId="20577"/>
          <ac:spMkLst>
            <pc:docMk/>
            <pc:sldMk cId="1626946930" sldId="325"/>
            <ac:spMk id="3" creationId="{AFFD1775-5ABE-A8BD-2683-C74225D19C14}"/>
          </ac:spMkLst>
        </pc:spChg>
      </pc:sldChg>
      <pc:sldChg chg="modSp new mod">
        <pc:chgData name="Jatin Verma" userId="2aa75a8a7ced59db" providerId="LiveId" clId="{813F38BF-CEF7-4CE5-BDCD-FBA757EB9176}" dt="2025-03-28T01:55:54.350" v="2780" actId="20577"/>
        <pc:sldMkLst>
          <pc:docMk/>
          <pc:sldMk cId="3815730489" sldId="326"/>
        </pc:sldMkLst>
        <pc:spChg chg="mod">
          <ac:chgData name="Jatin Verma" userId="2aa75a8a7ced59db" providerId="LiveId" clId="{813F38BF-CEF7-4CE5-BDCD-FBA757EB9176}" dt="2025-03-28T01:53:43.172" v="2765"/>
          <ac:spMkLst>
            <pc:docMk/>
            <pc:sldMk cId="3815730489" sldId="326"/>
            <ac:spMk id="2" creationId="{A2D9EE80-3C54-E7E4-6AB7-9D46D31D0964}"/>
          </ac:spMkLst>
        </pc:spChg>
        <pc:spChg chg="mod">
          <ac:chgData name="Jatin Verma" userId="2aa75a8a7ced59db" providerId="LiveId" clId="{813F38BF-CEF7-4CE5-BDCD-FBA757EB9176}" dt="2025-03-28T01:55:54.350" v="2780" actId="20577"/>
          <ac:spMkLst>
            <pc:docMk/>
            <pc:sldMk cId="3815730489" sldId="326"/>
            <ac:spMk id="3" creationId="{4B7C7795-D633-F82E-A605-AC1B7F18198A}"/>
          </ac:spMkLst>
        </pc:spChg>
      </pc:sldChg>
      <pc:sldChg chg="modSp add mod">
        <pc:chgData name="Jatin Verma" userId="2aa75a8a7ced59db" providerId="LiveId" clId="{813F38BF-CEF7-4CE5-BDCD-FBA757EB9176}" dt="2025-03-28T01:56:44.982" v="2798" actId="20577"/>
        <pc:sldMkLst>
          <pc:docMk/>
          <pc:sldMk cId="3399867225" sldId="327"/>
        </pc:sldMkLst>
        <pc:spChg chg="mod">
          <ac:chgData name="Jatin Verma" userId="2aa75a8a7ced59db" providerId="LiveId" clId="{813F38BF-CEF7-4CE5-BDCD-FBA757EB9176}" dt="2025-03-28T01:56:44.982" v="2798" actId="20577"/>
          <ac:spMkLst>
            <pc:docMk/>
            <pc:sldMk cId="3399867225" sldId="327"/>
            <ac:spMk id="3" creationId="{DDD541E4-EE86-A308-BBF5-08CC42C444DA}"/>
          </ac:spMkLst>
        </pc:spChg>
      </pc:sldChg>
      <pc:sldChg chg="modSp new mod">
        <pc:chgData name="Jatin Verma" userId="2aa75a8a7ced59db" providerId="LiveId" clId="{813F38BF-CEF7-4CE5-BDCD-FBA757EB9176}" dt="2025-03-28T02:07:24.043" v="2835" actId="20577"/>
        <pc:sldMkLst>
          <pc:docMk/>
          <pc:sldMk cId="145693390" sldId="328"/>
        </pc:sldMkLst>
        <pc:spChg chg="mod">
          <ac:chgData name="Jatin Verma" userId="2aa75a8a7ced59db" providerId="LiveId" clId="{813F38BF-CEF7-4CE5-BDCD-FBA757EB9176}" dt="2025-03-28T01:57:36.407" v="2800"/>
          <ac:spMkLst>
            <pc:docMk/>
            <pc:sldMk cId="145693390" sldId="328"/>
            <ac:spMk id="2" creationId="{BCC4F08F-803F-288A-E4DC-9DBB98B7ED79}"/>
          </ac:spMkLst>
        </pc:spChg>
        <pc:spChg chg="mod">
          <ac:chgData name="Jatin Verma" userId="2aa75a8a7ced59db" providerId="LiveId" clId="{813F38BF-CEF7-4CE5-BDCD-FBA757EB9176}" dt="2025-03-28T02:07:24.043" v="2835" actId="20577"/>
          <ac:spMkLst>
            <pc:docMk/>
            <pc:sldMk cId="145693390" sldId="328"/>
            <ac:spMk id="3" creationId="{FF12AAB8-0508-454E-82E9-190A023A4162}"/>
          </ac:spMkLst>
        </pc:spChg>
      </pc:sldChg>
      <pc:sldChg chg="modSp add mod">
        <pc:chgData name="Jatin Verma" userId="2aa75a8a7ced59db" providerId="LiveId" clId="{813F38BF-CEF7-4CE5-BDCD-FBA757EB9176}" dt="2025-03-28T02:01:43.686" v="2823" actId="20577"/>
        <pc:sldMkLst>
          <pc:docMk/>
          <pc:sldMk cId="461238071" sldId="329"/>
        </pc:sldMkLst>
        <pc:spChg chg="mod">
          <ac:chgData name="Jatin Verma" userId="2aa75a8a7ced59db" providerId="LiveId" clId="{813F38BF-CEF7-4CE5-BDCD-FBA757EB9176}" dt="2025-03-28T02:01:43.686" v="2823" actId="20577"/>
          <ac:spMkLst>
            <pc:docMk/>
            <pc:sldMk cId="461238071" sldId="329"/>
            <ac:spMk id="3" creationId="{F97F1110-30BE-9F94-1F49-D8A5DE996A3F}"/>
          </ac:spMkLst>
        </pc:spChg>
      </pc:sldChg>
      <pc:sldChg chg="addSp delSp modSp new mod modAnim">
        <pc:chgData name="Jatin Verma" userId="2aa75a8a7ced59db" providerId="LiveId" clId="{813F38BF-CEF7-4CE5-BDCD-FBA757EB9176}" dt="2025-03-28T02:17:40.747" v="2929" actId="1076"/>
        <pc:sldMkLst>
          <pc:docMk/>
          <pc:sldMk cId="813268964" sldId="330"/>
        </pc:sldMkLst>
        <pc:spChg chg="mod">
          <ac:chgData name="Jatin Verma" userId="2aa75a8a7ced59db" providerId="LiveId" clId="{813F38BF-CEF7-4CE5-BDCD-FBA757EB9176}" dt="2025-03-28T02:02:20.285" v="2825"/>
          <ac:spMkLst>
            <pc:docMk/>
            <pc:sldMk cId="813268964" sldId="330"/>
            <ac:spMk id="2" creationId="{4BC05761-A6A2-DE0C-AA60-3B1990693485}"/>
          </ac:spMkLst>
        </pc:spChg>
        <pc:spChg chg="mod">
          <ac:chgData name="Jatin Verma" userId="2aa75a8a7ced59db" providerId="LiveId" clId="{813F38BF-CEF7-4CE5-BDCD-FBA757EB9176}" dt="2025-03-28T02:17:40.747" v="2929" actId="1076"/>
          <ac:spMkLst>
            <pc:docMk/>
            <pc:sldMk cId="813268964" sldId="330"/>
            <ac:spMk id="3" creationId="{DFB9BE1B-A13A-6C7A-CBD9-F80BA3643A14}"/>
          </ac:spMkLst>
        </pc:spChg>
        <pc:spChg chg="add mod">
          <ac:chgData name="Jatin Verma" userId="2aa75a8a7ced59db" providerId="LiveId" clId="{813F38BF-CEF7-4CE5-BDCD-FBA757EB9176}" dt="2025-03-28T02:13:03.608" v="2912" actId="164"/>
          <ac:spMkLst>
            <pc:docMk/>
            <pc:sldMk cId="813268964" sldId="330"/>
            <ac:spMk id="19" creationId="{7A570DA8-462B-E7D4-7CB3-9309586EC3D4}"/>
          </ac:spMkLst>
        </pc:spChg>
        <pc:spChg chg="add mod">
          <ac:chgData name="Jatin Verma" userId="2aa75a8a7ced59db" providerId="LiveId" clId="{813F38BF-CEF7-4CE5-BDCD-FBA757EB9176}" dt="2025-03-28T02:13:03.608" v="2912" actId="164"/>
          <ac:spMkLst>
            <pc:docMk/>
            <pc:sldMk cId="813268964" sldId="330"/>
            <ac:spMk id="20" creationId="{B1B94871-3073-BA1B-1B3A-1EC6F4608ACA}"/>
          </ac:spMkLst>
        </pc:spChg>
        <pc:spChg chg="add mod">
          <ac:chgData name="Jatin Verma" userId="2aa75a8a7ced59db" providerId="LiveId" clId="{813F38BF-CEF7-4CE5-BDCD-FBA757EB9176}" dt="2025-03-28T02:13:14.409" v="2913" actId="164"/>
          <ac:spMkLst>
            <pc:docMk/>
            <pc:sldMk cId="813268964" sldId="330"/>
            <ac:spMk id="21" creationId="{C812E836-68A6-54BF-2945-6089204FB2B1}"/>
          </ac:spMkLst>
        </pc:spChg>
        <pc:spChg chg="add mod">
          <ac:chgData name="Jatin Verma" userId="2aa75a8a7ced59db" providerId="LiveId" clId="{813F38BF-CEF7-4CE5-BDCD-FBA757EB9176}" dt="2025-03-28T02:15:50.031" v="2918" actId="164"/>
          <ac:spMkLst>
            <pc:docMk/>
            <pc:sldMk cId="813268964" sldId="330"/>
            <ac:spMk id="22" creationId="{D86BC48C-6B03-C7F2-A29C-0B3CACD81BA4}"/>
          </ac:spMkLst>
        </pc:spChg>
        <pc:spChg chg="add mod">
          <ac:chgData name="Jatin Verma" userId="2aa75a8a7ced59db" providerId="LiveId" clId="{813F38BF-CEF7-4CE5-BDCD-FBA757EB9176}" dt="2025-03-28T02:15:57.182" v="2919" actId="164"/>
          <ac:spMkLst>
            <pc:docMk/>
            <pc:sldMk cId="813268964" sldId="330"/>
            <ac:spMk id="23" creationId="{56B38FD0-EEBB-8293-C592-B20C6A523EC3}"/>
          </ac:spMkLst>
        </pc:spChg>
        <pc:spChg chg="add mod">
          <ac:chgData name="Jatin Verma" userId="2aa75a8a7ced59db" providerId="LiveId" clId="{813F38BF-CEF7-4CE5-BDCD-FBA757EB9176}" dt="2025-03-28T02:16:06.436" v="2920" actId="164"/>
          <ac:spMkLst>
            <pc:docMk/>
            <pc:sldMk cId="813268964" sldId="330"/>
            <ac:spMk id="24" creationId="{4A3BEE3D-7F5F-1BD9-4852-E405EE866D34}"/>
          </ac:spMkLst>
        </pc:spChg>
        <pc:spChg chg="add mod">
          <ac:chgData name="Jatin Verma" userId="2aa75a8a7ced59db" providerId="LiveId" clId="{813F38BF-CEF7-4CE5-BDCD-FBA757EB9176}" dt="2025-03-28T02:16:13.728" v="2921" actId="164"/>
          <ac:spMkLst>
            <pc:docMk/>
            <pc:sldMk cId="813268964" sldId="330"/>
            <ac:spMk id="25" creationId="{F9D9BCD8-8487-91E1-C619-7F9FC5C72B4F}"/>
          </ac:spMkLst>
        </pc:spChg>
        <pc:grpChg chg="add mod">
          <ac:chgData name="Jatin Verma" userId="2aa75a8a7ced59db" providerId="LiveId" clId="{813F38BF-CEF7-4CE5-BDCD-FBA757EB9176}" dt="2025-03-28T02:17:33.274" v="2928" actId="1076"/>
          <ac:grpSpMkLst>
            <pc:docMk/>
            <pc:sldMk cId="813268964" sldId="330"/>
            <ac:grpSpMk id="26" creationId="{F8965A2F-D262-42ED-6CD8-715CF93F0566}"/>
          </ac:grpSpMkLst>
        </pc:grpChg>
        <pc:grpChg chg="add mod">
          <ac:chgData name="Jatin Verma" userId="2aa75a8a7ced59db" providerId="LiveId" clId="{813F38BF-CEF7-4CE5-BDCD-FBA757EB9176}" dt="2025-03-28T02:17:33.274" v="2928" actId="1076"/>
          <ac:grpSpMkLst>
            <pc:docMk/>
            <pc:sldMk cId="813268964" sldId="330"/>
            <ac:grpSpMk id="27" creationId="{6701A73B-8F48-D64B-523B-19D1AFBB4283}"/>
          </ac:grpSpMkLst>
        </pc:grpChg>
        <pc:grpChg chg="add mod">
          <ac:chgData name="Jatin Verma" userId="2aa75a8a7ced59db" providerId="LiveId" clId="{813F38BF-CEF7-4CE5-BDCD-FBA757EB9176}" dt="2025-03-28T02:17:33.274" v="2928" actId="1076"/>
          <ac:grpSpMkLst>
            <pc:docMk/>
            <pc:sldMk cId="813268964" sldId="330"/>
            <ac:grpSpMk id="28" creationId="{ED3138AE-3314-B22D-A853-D71D02D2BFCC}"/>
          </ac:grpSpMkLst>
        </pc:grpChg>
        <pc:grpChg chg="add mod">
          <ac:chgData name="Jatin Verma" userId="2aa75a8a7ced59db" providerId="LiveId" clId="{813F38BF-CEF7-4CE5-BDCD-FBA757EB9176}" dt="2025-03-28T02:17:33.274" v="2928" actId="1076"/>
          <ac:grpSpMkLst>
            <pc:docMk/>
            <pc:sldMk cId="813268964" sldId="330"/>
            <ac:grpSpMk id="29" creationId="{E013CAAB-D5F7-2C7A-C08E-795180B5FAC2}"/>
          </ac:grpSpMkLst>
        </pc:grpChg>
        <pc:grpChg chg="add mod">
          <ac:chgData name="Jatin Verma" userId="2aa75a8a7ced59db" providerId="LiveId" clId="{813F38BF-CEF7-4CE5-BDCD-FBA757EB9176}" dt="2025-03-28T02:17:33.274" v="2928" actId="1076"/>
          <ac:grpSpMkLst>
            <pc:docMk/>
            <pc:sldMk cId="813268964" sldId="330"/>
            <ac:grpSpMk id="30" creationId="{44052856-26A5-1687-68D5-FE85EC5D3C02}"/>
          </ac:grpSpMkLst>
        </pc:grpChg>
        <pc:grpChg chg="add mod">
          <ac:chgData name="Jatin Verma" userId="2aa75a8a7ced59db" providerId="LiveId" clId="{813F38BF-CEF7-4CE5-BDCD-FBA757EB9176}" dt="2025-03-28T02:17:33.274" v="2928" actId="1076"/>
          <ac:grpSpMkLst>
            <pc:docMk/>
            <pc:sldMk cId="813268964" sldId="330"/>
            <ac:grpSpMk id="31" creationId="{DEFD45F2-87F6-DECD-F856-059E0AFD16B4}"/>
          </ac:grpSpMkLst>
        </pc:grpChg>
        <pc:cxnChg chg="add mod">
          <ac:chgData name="Jatin Verma" userId="2aa75a8a7ced59db" providerId="LiveId" clId="{813F38BF-CEF7-4CE5-BDCD-FBA757EB9176}" dt="2025-03-28T02:13:03.608" v="2912" actId="164"/>
          <ac:cxnSpMkLst>
            <pc:docMk/>
            <pc:sldMk cId="813268964" sldId="330"/>
            <ac:cxnSpMk id="5" creationId="{D17F928C-99DB-6ECC-5DD8-DCBCBB0FD883}"/>
          </ac:cxnSpMkLst>
        </pc:cxnChg>
        <pc:cxnChg chg="add mod">
          <ac:chgData name="Jatin Verma" userId="2aa75a8a7ced59db" providerId="LiveId" clId="{813F38BF-CEF7-4CE5-BDCD-FBA757EB9176}" dt="2025-03-28T02:13:03.608" v="2912" actId="164"/>
          <ac:cxnSpMkLst>
            <pc:docMk/>
            <pc:sldMk cId="813268964" sldId="330"/>
            <ac:cxnSpMk id="9" creationId="{276955CA-25DC-D0B7-6E17-00062A668DDA}"/>
          </ac:cxnSpMkLst>
        </pc:cxnChg>
        <pc:cxnChg chg="add mod">
          <ac:chgData name="Jatin Verma" userId="2aa75a8a7ced59db" providerId="LiveId" clId="{813F38BF-CEF7-4CE5-BDCD-FBA757EB9176}" dt="2025-03-28T02:13:14.409" v="2913" actId="164"/>
          <ac:cxnSpMkLst>
            <pc:docMk/>
            <pc:sldMk cId="813268964" sldId="330"/>
            <ac:cxnSpMk id="11" creationId="{33FC8BCB-44BF-6F1A-4FB0-8B6CA8C77BEC}"/>
          </ac:cxnSpMkLst>
        </pc:cxnChg>
        <pc:cxnChg chg="add mod">
          <ac:chgData name="Jatin Verma" userId="2aa75a8a7ced59db" providerId="LiveId" clId="{813F38BF-CEF7-4CE5-BDCD-FBA757EB9176}" dt="2025-03-28T02:15:57.182" v="2919" actId="164"/>
          <ac:cxnSpMkLst>
            <pc:docMk/>
            <pc:sldMk cId="813268964" sldId="330"/>
            <ac:cxnSpMk id="12" creationId="{1BA97B7D-D6CA-3416-AFE1-5134698525FC}"/>
          </ac:cxnSpMkLst>
        </pc:cxnChg>
        <pc:cxnChg chg="add mod">
          <ac:chgData name="Jatin Verma" userId="2aa75a8a7ced59db" providerId="LiveId" clId="{813F38BF-CEF7-4CE5-BDCD-FBA757EB9176}" dt="2025-03-28T02:16:13.728" v="2921" actId="164"/>
          <ac:cxnSpMkLst>
            <pc:docMk/>
            <pc:sldMk cId="813268964" sldId="330"/>
            <ac:cxnSpMk id="13" creationId="{933C613E-1E57-2F02-EDE6-EE07CBF3D75F}"/>
          </ac:cxnSpMkLst>
        </pc:cxnChg>
        <pc:cxnChg chg="add mod">
          <ac:chgData name="Jatin Verma" userId="2aa75a8a7ced59db" providerId="LiveId" clId="{813F38BF-CEF7-4CE5-BDCD-FBA757EB9176}" dt="2025-03-28T02:15:50.031" v="2918" actId="164"/>
          <ac:cxnSpMkLst>
            <pc:docMk/>
            <pc:sldMk cId="813268964" sldId="330"/>
            <ac:cxnSpMk id="17" creationId="{CD540316-678D-C9AC-9A50-DEEB0063B7EB}"/>
          </ac:cxnSpMkLst>
        </pc:cxnChg>
        <pc:cxnChg chg="add mod">
          <ac:chgData name="Jatin Verma" userId="2aa75a8a7ced59db" providerId="LiveId" clId="{813F38BF-CEF7-4CE5-BDCD-FBA757EB9176}" dt="2025-03-28T02:16:06.436" v="2920" actId="164"/>
          <ac:cxnSpMkLst>
            <pc:docMk/>
            <pc:sldMk cId="813268964" sldId="330"/>
            <ac:cxnSpMk id="18" creationId="{E60B4485-5C4B-406C-B265-6E9559CBD849}"/>
          </ac:cxnSpMkLst>
        </pc:cxnChg>
      </pc:sldChg>
      <pc:sldChg chg="modSp new mod">
        <pc:chgData name="Jatin Verma" userId="2aa75a8a7ced59db" providerId="LiveId" clId="{813F38BF-CEF7-4CE5-BDCD-FBA757EB9176}" dt="2025-03-28T02:21:02.150" v="2954" actId="20577"/>
        <pc:sldMkLst>
          <pc:docMk/>
          <pc:sldMk cId="4243127516" sldId="331"/>
        </pc:sldMkLst>
        <pc:spChg chg="mod">
          <ac:chgData name="Jatin Verma" userId="2aa75a8a7ced59db" providerId="LiveId" clId="{813F38BF-CEF7-4CE5-BDCD-FBA757EB9176}" dt="2025-03-28T02:18:01.546" v="2931"/>
          <ac:spMkLst>
            <pc:docMk/>
            <pc:sldMk cId="4243127516" sldId="331"/>
            <ac:spMk id="2" creationId="{D433C76D-E25B-90F2-4D5B-BD1F4B8C79CA}"/>
          </ac:spMkLst>
        </pc:spChg>
        <pc:spChg chg="mod">
          <ac:chgData name="Jatin Verma" userId="2aa75a8a7ced59db" providerId="LiveId" clId="{813F38BF-CEF7-4CE5-BDCD-FBA757EB9176}" dt="2025-03-28T02:21:02.150" v="2954" actId="20577"/>
          <ac:spMkLst>
            <pc:docMk/>
            <pc:sldMk cId="4243127516" sldId="331"/>
            <ac:spMk id="3" creationId="{A78EE4AD-4C87-7685-61EA-F01586EA09DC}"/>
          </ac:spMkLst>
        </pc:spChg>
      </pc:sldChg>
      <pc:sldChg chg="modSp add mod">
        <pc:chgData name="Jatin Verma" userId="2aa75a8a7ced59db" providerId="LiveId" clId="{813F38BF-CEF7-4CE5-BDCD-FBA757EB9176}" dt="2025-03-28T19:02:56.529" v="2968" actId="27636"/>
        <pc:sldMkLst>
          <pc:docMk/>
          <pc:sldMk cId="4057749930" sldId="332"/>
        </pc:sldMkLst>
        <pc:spChg chg="mod">
          <ac:chgData name="Jatin Verma" userId="2aa75a8a7ced59db" providerId="LiveId" clId="{813F38BF-CEF7-4CE5-BDCD-FBA757EB9176}" dt="2025-03-28T19:02:56.529" v="2968" actId="27636"/>
          <ac:spMkLst>
            <pc:docMk/>
            <pc:sldMk cId="4057749930" sldId="332"/>
            <ac:spMk id="3" creationId="{AB0D03B7-839B-4226-3DDC-C124749F4BE3}"/>
          </ac:spMkLst>
        </pc:spChg>
      </pc:sldChg>
      <pc:sldChg chg="addSp delSp modSp add mod modNotesTx">
        <pc:chgData name="Jatin Verma" userId="2aa75a8a7ced59db" providerId="LiveId" clId="{813F38BF-CEF7-4CE5-BDCD-FBA757EB9176}" dt="2025-03-28T19:16:37.233" v="3112" actId="20577"/>
        <pc:sldMkLst>
          <pc:docMk/>
          <pc:sldMk cId="1081351237" sldId="333"/>
        </pc:sldMkLst>
        <pc:spChg chg="mod">
          <ac:chgData name="Jatin Verma" userId="2aa75a8a7ced59db" providerId="LiveId" clId="{813F38BF-CEF7-4CE5-BDCD-FBA757EB9176}" dt="2025-03-28T19:07:41.796" v="3005"/>
          <ac:spMkLst>
            <pc:docMk/>
            <pc:sldMk cId="1081351237" sldId="333"/>
            <ac:spMk id="12" creationId="{51E3DD02-B64E-57F7-0638-1932A933A612}"/>
          </ac:spMkLst>
        </pc:spChg>
        <pc:spChg chg="mod">
          <ac:chgData name="Jatin Verma" userId="2aa75a8a7ced59db" providerId="LiveId" clId="{813F38BF-CEF7-4CE5-BDCD-FBA757EB9176}" dt="2025-03-28T19:07:41.796" v="3005"/>
          <ac:spMkLst>
            <pc:docMk/>
            <pc:sldMk cId="1081351237" sldId="333"/>
            <ac:spMk id="13" creationId="{326CE0E3-76D6-B214-D2E4-DD7942C47957}"/>
          </ac:spMkLst>
        </pc:spChg>
        <pc:spChg chg="mod">
          <ac:chgData name="Jatin Verma" userId="2aa75a8a7ced59db" providerId="LiveId" clId="{813F38BF-CEF7-4CE5-BDCD-FBA757EB9176}" dt="2025-03-28T19:16:27.573" v="3109" actId="20577"/>
          <ac:spMkLst>
            <pc:docMk/>
            <pc:sldMk cId="1081351237" sldId="333"/>
            <ac:spMk id="16" creationId="{1AD68609-8A40-EBC3-1571-D46719435811}"/>
          </ac:spMkLst>
        </pc:spChg>
        <pc:spChg chg="mod">
          <ac:chgData name="Jatin Verma" userId="2aa75a8a7ced59db" providerId="LiveId" clId="{813F38BF-CEF7-4CE5-BDCD-FBA757EB9176}" dt="2025-03-28T19:16:32.539" v="3111" actId="20577"/>
          <ac:spMkLst>
            <pc:docMk/>
            <pc:sldMk cId="1081351237" sldId="333"/>
            <ac:spMk id="19" creationId="{13C2653E-145E-3F8C-8B60-78AF4F886BC8}"/>
          </ac:spMkLst>
        </pc:spChg>
        <pc:spChg chg="mod">
          <ac:chgData name="Jatin Verma" userId="2aa75a8a7ced59db" providerId="LiveId" clId="{813F38BF-CEF7-4CE5-BDCD-FBA757EB9176}" dt="2025-03-28T19:16:37.233" v="3112" actId="20577"/>
          <ac:spMkLst>
            <pc:docMk/>
            <pc:sldMk cId="1081351237" sldId="333"/>
            <ac:spMk id="22" creationId="{91A5C6FE-6ADF-5D1B-AB49-995206FE89E1}"/>
          </ac:spMkLst>
        </pc:spChg>
        <pc:spChg chg="add mod">
          <ac:chgData name="Jatin Verma" userId="2aa75a8a7ced59db" providerId="LiveId" clId="{813F38BF-CEF7-4CE5-BDCD-FBA757EB9176}" dt="2025-03-28T19:11:05.476" v="3054" actId="207"/>
          <ac:spMkLst>
            <pc:docMk/>
            <pc:sldMk cId="1081351237" sldId="333"/>
            <ac:spMk id="29" creationId="{D544CBA1-0672-1DCB-1099-5D3623AC11FB}"/>
          </ac:spMkLst>
        </pc:spChg>
        <pc:spChg chg="add mod">
          <ac:chgData name="Jatin Verma" userId="2aa75a8a7ced59db" providerId="LiveId" clId="{813F38BF-CEF7-4CE5-BDCD-FBA757EB9176}" dt="2025-03-28T19:12:35.205" v="3065" actId="14100"/>
          <ac:spMkLst>
            <pc:docMk/>
            <pc:sldMk cId="1081351237" sldId="333"/>
            <ac:spMk id="32" creationId="{76900950-BC94-46EC-E56A-04F75943BC46}"/>
          </ac:spMkLst>
        </pc:spChg>
        <pc:grpChg chg="add mod">
          <ac:chgData name="Jatin Verma" userId="2aa75a8a7ced59db" providerId="LiveId" clId="{813F38BF-CEF7-4CE5-BDCD-FBA757EB9176}" dt="2025-03-28T19:07:59.516" v="3009" actId="14100"/>
          <ac:grpSpMkLst>
            <pc:docMk/>
            <pc:sldMk cId="1081351237" sldId="333"/>
            <ac:grpSpMk id="9" creationId="{B2F6E4F3-05C3-7E5B-79E5-F455394ED3E3}"/>
          </ac:grpSpMkLst>
        </pc:grpChg>
        <pc:grpChg chg="mod">
          <ac:chgData name="Jatin Verma" userId="2aa75a8a7ced59db" providerId="LiveId" clId="{813F38BF-CEF7-4CE5-BDCD-FBA757EB9176}" dt="2025-03-28T19:08:18.019" v="3012" actId="14100"/>
          <ac:grpSpMkLst>
            <pc:docMk/>
            <pc:sldMk cId="1081351237" sldId="333"/>
            <ac:grpSpMk id="14" creationId="{05E1E551-3593-91B0-236A-E8FDB6FEF8D9}"/>
          </ac:grpSpMkLst>
        </pc:grpChg>
        <pc:grpChg chg="add mod">
          <ac:chgData name="Jatin Verma" userId="2aa75a8a7ced59db" providerId="LiveId" clId="{813F38BF-CEF7-4CE5-BDCD-FBA757EB9176}" dt="2025-03-28T19:10:17.926" v="3049" actId="14100"/>
          <ac:grpSpMkLst>
            <pc:docMk/>
            <pc:sldMk cId="1081351237" sldId="333"/>
            <ac:grpSpMk id="17" creationId="{A30D2F5E-A1D5-441D-3A84-7430A4FDF21C}"/>
          </ac:grpSpMkLst>
        </pc:grpChg>
        <pc:grpChg chg="mod">
          <ac:chgData name="Jatin Verma" userId="2aa75a8a7ced59db" providerId="LiveId" clId="{813F38BF-CEF7-4CE5-BDCD-FBA757EB9176}" dt="2025-03-28T19:09:47.803" v="3046" actId="1076"/>
          <ac:grpSpMkLst>
            <pc:docMk/>
            <pc:sldMk cId="1081351237" sldId="333"/>
            <ac:grpSpMk id="20" creationId="{501B5E82-4D9D-64F7-A648-F841618C86C7}"/>
          </ac:grpSpMkLst>
        </pc:grpChg>
        <pc:picChg chg="add mod">
          <ac:chgData name="Jatin Verma" userId="2aa75a8a7ced59db" providerId="LiveId" clId="{813F38BF-CEF7-4CE5-BDCD-FBA757EB9176}" dt="2025-03-28T19:13:23.383" v="3071" actId="1076"/>
          <ac:picMkLst>
            <pc:docMk/>
            <pc:sldMk cId="1081351237" sldId="333"/>
            <ac:picMk id="34" creationId="{62DD7437-6D07-036D-671E-6032B6603CE5}"/>
          </ac:picMkLst>
        </pc:picChg>
        <pc:picChg chg="add mod">
          <ac:chgData name="Jatin Verma" userId="2aa75a8a7ced59db" providerId="LiveId" clId="{813F38BF-CEF7-4CE5-BDCD-FBA757EB9176}" dt="2025-03-28T19:13:56.519" v="3080" actId="1076"/>
          <ac:picMkLst>
            <pc:docMk/>
            <pc:sldMk cId="1081351237" sldId="333"/>
            <ac:picMk id="36" creationId="{EA2374F9-8D8A-09C9-1C58-905F582F9575}"/>
          </ac:picMkLst>
        </pc:picChg>
        <pc:cxnChg chg="mod">
          <ac:chgData name="Jatin Verma" userId="2aa75a8a7ced59db" providerId="LiveId" clId="{813F38BF-CEF7-4CE5-BDCD-FBA757EB9176}" dt="2025-03-28T19:14:21.516" v="3087" actId="14100"/>
          <ac:cxnSpMkLst>
            <pc:docMk/>
            <pc:sldMk cId="1081351237" sldId="333"/>
            <ac:cxnSpMk id="10" creationId="{3A505679-8216-7576-62BD-71780D6E5B1F}"/>
          </ac:cxnSpMkLst>
        </pc:cxnChg>
      </pc:sldChg>
      <pc:sldChg chg="addSp delSp modSp new mod modNotesTx">
        <pc:chgData name="Jatin Verma" userId="2aa75a8a7ced59db" providerId="LiveId" clId="{813F38BF-CEF7-4CE5-BDCD-FBA757EB9176}" dt="2025-03-28T19:37:33.373" v="3294" actId="207"/>
        <pc:sldMkLst>
          <pc:docMk/>
          <pc:sldMk cId="806420248" sldId="334"/>
        </pc:sldMkLst>
        <pc:spChg chg="mod">
          <ac:chgData name="Jatin Verma" userId="2aa75a8a7ced59db" providerId="LiveId" clId="{813F38BF-CEF7-4CE5-BDCD-FBA757EB9176}" dt="2025-03-28T19:14:41.611" v="3107" actId="20577"/>
          <ac:spMkLst>
            <pc:docMk/>
            <pc:sldMk cId="806420248" sldId="334"/>
            <ac:spMk id="2" creationId="{4533FB42-78CA-5AAB-3104-6D6E8E0ABA32}"/>
          </ac:spMkLst>
        </pc:spChg>
        <pc:spChg chg="mod">
          <ac:chgData name="Jatin Verma" userId="2aa75a8a7ced59db" providerId="LiveId" clId="{813F38BF-CEF7-4CE5-BDCD-FBA757EB9176}" dt="2025-03-28T19:31:01.792" v="3202" actId="20577"/>
          <ac:spMkLst>
            <pc:docMk/>
            <pc:sldMk cId="806420248" sldId="334"/>
            <ac:spMk id="3" creationId="{B6FE818F-AD8F-1244-4DD2-E28F8E339360}"/>
          </ac:spMkLst>
        </pc:spChg>
        <pc:spChg chg="mod topLvl">
          <ac:chgData name="Jatin Verma" userId="2aa75a8a7ced59db" providerId="LiveId" clId="{813F38BF-CEF7-4CE5-BDCD-FBA757EB9176}" dt="2025-03-28T19:36:03.759" v="3269" actId="1076"/>
          <ac:spMkLst>
            <pc:docMk/>
            <pc:sldMk cId="806420248" sldId="334"/>
            <ac:spMk id="10" creationId="{61E58948-1D57-B0D9-B445-4B437997CAD2}"/>
          </ac:spMkLst>
        </pc:spChg>
        <pc:spChg chg="mod topLvl">
          <ac:chgData name="Jatin Verma" userId="2aa75a8a7ced59db" providerId="LiveId" clId="{813F38BF-CEF7-4CE5-BDCD-FBA757EB9176}" dt="2025-03-28T19:36:10.597" v="3270" actId="1076"/>
          <ac:spMkLst>
            <pc:docMk/>
            <pc:sldMk cId="806420248" sldId="334"/>
            <ac:spMk id="11" creationId="{9F157658-3C50-D18D-506E-38BC78FF60F4}"/>
          </ac:spMkLst>
        </pc:spChg>
        <pc:spChg chg="mod">
          <ac:chgData name="Jatin Verma" userId="2aa75a8a7ced59db" providerId="LiveId" clId="{813F38BF-CEF7-4CE5-BDCD-FBA757EB9176}" dt="2025-03-28T19:32:50.762" v="3226" actId="20577"/>
          <ac:spMkLst>
            <pc:docMk/>
            <pc:sldMk cId="806420248" sldId="334"/>
            <ac:spMk id="14" creationId="{242B2C2D-7A71-0151-49EE-27518CB85AFE}"/>
          </ac:spMkLst>
        </pc:spChg>
        <pc:spChg chg="mod">
          <ac:chgData name="Jatin Verma" userId="2aa75a8a7ced59db" providerId="LiveId" clId="{813F38BF-CEF7-4CE5-BDCD-FBA757EB9176}" dt="2025-03-28T19:34:06.860" v="3250" actId="20577"/>
          <ac:spMkLst>
            <pc:docMk/>
            <pc:sldMk cId="806420248" sldId="334"/>
            <ac:spMk id="17" creationId="{81AD1B12-7823-13F7-4057-9ECABBC52152}"/>
          </ac:spMkLst>
        </pc:spChg>
        <pc:spChg chg="mod">
          <ac:chgData name="Jatin Verma" userId="2aa75a8a7ced59db" providerId="LiveId" clId="{813F38BF-CEF7-4CE5-BDCD-FBA757EB9176}" dt="2025-03-28T19:35:01.637" v="3260" actId="20577"/>
          <ac:spMkLst>
            <pc:docMk/>
            <pc:sldMk cId="806420248" sldId="334"/>
            <ac:spMk id="27" creationId="{29B14C20-D11F-8F97-14E5-71A845CFDA13}"/>
          </ac:spMkLst>
        </pc:spChg>
        <pc:spChg chg="mod">
          <ac:chgData name="Jatin Verma" userId="2aa75a8a7ced59db" providerId="LiveId" clId="{813F38BF-CEF7-4CE5-BDCD-FBA757EB9176}" dt="2025-03-28T19:35:06.624" v="3262" actId="20577"/>
          <ac:spMkLst>
            <pc:docMk/>
            <pc:sldMk cId="806420248" sldId="334"/>
            <ac:spMk id="30" creationId="{543ECF63-B8C5-918B-1E93-A19A6F7D3430}"/>
          </ac:spMkLst>
        </pc:spChg>
        <pc:spChg chg="mod">
          <ac:chgData name="Jatin Verma" userId="2aa75a8a7ced59db" providerId="LiveId" clId="{813F38BF-CEF7-4CE5-BDCD-FBA757EB9176}" dt="2025-03-28T19:35:51.353" v="3268" actId="20577"/>
          <ac:spMkLst>
            <pc:docMk/>
            <pc:sldMk cId="806420248" sldId="334"/>
            <ac:spMk id="33" creationId="{AD297133-FA80-0360-410B-19AA8490444F}"/>
          </ac:spMkLst>
        </pc:spChg>
        <pc:spChg chg="mod">
          <ac:chgData name="Jatin Verma" userId="2aa75a8a7ced59db" providerId="LiveId" clId="{813F38BF-CEF7-4CE5-BDCD-FBA757EB9176}" dt="2025-03-28T19:36:48.302" v="3276" actId="1076"/>
          <ac:spMkLst>
            <pc:docMk/>
            <pc:sldMk cId="806420248" sldId="334"/>
            <ac:spMk id="38" creationId="{64998B29-038D-B39C-B8CF-4AFAAA38D46A}"/>
          </ac:spMkLst>
        </pc:spChg>
        <pc:spChg chg="add mod">
          <ac:chgData name="Jatin Verma" userId="2aa75a8a7ced59db" providerId="LiveId" clId="{813F38BF-CEF7-4CE5-BDCD-FBA757EB9176}" dt="2025-03-28T19:37:33.373" v="3294" actId="207"/>
          <ac:spMkLst>
            <pc:docMk/>
            <pc:sldMk cId="806420248" sldId="334"/>
            <ac:spMk id="39" creationId="{304195D3-F972-A1D5-25FE-F700A78DA30F}"/>
          </ac:spMkLst>
        </pc:spChg>
        <pc:grpChg chg="mod">
          <ac:chgData name="Jatin Verma" userId="2aa75a8a7ced59db" providerId="LiveId" clId="{813F38BF-CEF7-4CE5-BDCD-FBA757EB9176}" dt="2025-03-28T19:32:28.087" v="3213" actId="1076"/>
          <ac:grpSpMkLst>
            <pc:docMk/>
            <pc:sldMk cId="806420248" sldId="334"/>
            <ac:grpSpMk id="12" creationId="{45ECC0B5-3737-0517-3A7D-F6A2C2269964}"/>
          </ac:grpSpMkLst>
        </pc:grpChg>
        <pc:grpChg chg="mod">
          <ac:chgData name="Jatin Verma" userId="2aa75a8a7ced59db" providerId="LiveId" clId="{813F38BF-CEF7-4CE5-BDCD-FBA757EB9176}" dt="2025-03-28T19:35:39.399" v="3265" actId="1076"/>
          <ac:grpSpMkLst>
            <pc:docMk/>
            <pc:sldMk cId="806420248" sldId="334"/>
            <ac:grpSpMk id="15" creationId="{030CE30A-675E-C4D9-B4A2-02B8D23748B4}"/>
          </ac:grpSpMkLst>
        </pc:grpChg>
        <pc:grpChg chg="add mod">
          <ac:chgData name="Jatin Verma" userId="2aa75a8a7ced59db" providerId="LiveId" clId="{813F38BF-CEF7-4CE5-BDCD-FBA757EB9176}" dt="2025-03-28T19:34:54.662" v="3257" actId="1076"/>
          <ac:grpSpMkLst>
            <pc:docMk/>
            <pc:sldMk cId="806420248" sldId="334"/>
            <ac:grpSpMk id="25" creationId="{C5A34BB3-7EFD-A4DF-87A2-E7294F12D52B}"/>
          </ac:grpSpMkLst>
        </pc:grpChg>
        <pc:grpChg chg="add mod">
          <ac:chgData name="Jatin Verma" userId="2aa75a8a7ced59db" providerId="LiveId" clId="{813F38BF-CEF7-4CE5-BDCD-FBA757EB9176}" dt="2025-03-28T19:34:54.662" v="3257" actId="1076"/>
          <ac:grpSpMkLst>
            <pc:docMk/>
            <pc:sldMk cId="806420248" sldId="334"/>
            <ac:grpSpMk id="28" creationId="{51C0F6AE-6B49-4E47-F8A8-ED5CD42E9E22}"/>
          </ac:grpSpMkLst>
        </pc:grpChg>
        <pc:grpChg chg="add mod">
          <ac:chgData name="Jatin Verma" userId="2aa75a8a7ced59db" providerId="LiveId" clId="{813F38BF-CEF7-4CE5-BDCD-FBA757EB9176}" dt="2025-03-28T19:35:48.554" v="3266" actId="1076"/>
          <ac:grpSpMkLst>
            <pc:docMk/>
            <pc:sldMk cId="806420248" sldId="334"/>
            <ac:grpSpMk id="31" creationId="{C68991A9-4905-3DEF-BB8A-1250151F20BE}"/>
          </ac:grpSpMkLst>
        </pc:grpChg>
        <pc:grpChg chg="add mod">
          <ac:chgData name="Jatin Verma" userId="2aa75a8a7ced59db" providerId="LiveId" clId="{813F38BF-CEF7-4CE5-BDCD-FBA757EB9176}" dt="2025-03-28T19:36:43.530" v="3275" actId="14100"/>
          <ac:grpSpMkLst>
            <pc:docMk/>
            <pc:sldMk cId="806420248" sldId="334"/>
            <ac:grpSpMk id="36" creationId="{84142146-D447-C3AD-2884-31BAED379EEA}"/>
          </ac:grpSpMkLst>
        </pc:grpChg>
        <pc:cxnChg chg="mod topLvl">
          <ac:chgData name="Jatin Verma" userId="2aa75a8a7ced59db" providerId="LiveId" clId="{813F38BF-CEF7-4CE5-BDCD-FBA757EB9176}" dt="2025-03-28T19:36:20.126" v="3272" actId="14100"/>
          <ac:cxnSpMkLst>
            <pc:docMk/>
            <pc:sldMk cId="806420248" sldId="334"/>
            <ac:cxnSpMk id="8" creationId="{11450CA9-8A33-37FD-FC99-A0E673396E7D}"/>
          </ac:cxnSpMkLst>
        </pc:cxnChg>
        <pc:cxnChg chg="mod topLvl">
          <ac:chgData name="Jatin Verma" userId="2aa75a8a7ced59db" providerId="LiveId" clId="{813F38BF-CEF7-4CE5-BDCD-FBA757EB9176}" dt="2025-03-28T19:36:14.729" v="3271" actId="14100"/>
          <ac:cxnSpMkLst>
            <pc:docMk/>
            <pc:sldMk cId="806420248" sldId="334"/>
            <ac:cxnSpMk id="9" creationId="{8EB56930-250D-3606-DA24-508C9E3422D6}"/>
          </ac:cxnSpMkLst>
        </pc:cxnChg>
        <pc:cxnChg chg="mod">
          <ac:chgData name="Jatin Verma" userId="2aa75a8a7ced59db" providerId="LiveId" clId="{813F38BF-CEF7-4CE5-BDCD-FBA757EB9176}" dt="2025-03-28T19:33:07.926" v="3229" actId="1076"/>
          <ac:cxnSpMkLst>
            <pc:docMk/>
            <pc:sldMk cId="806420248" sldId="334"/>
            <ac:cxnSpMk id="16" creationId="{53F7BCA4-EBE4-0A07-226E-C96D547AA167}"/>
          </ac:cxnSpMkLst>
        </pc:cxnChg>
        <pc:cxnChg chg="mod">
          <ac:chgData name="Jatin Verma" userId="2aa75a8a7ced59db" providerId="LiveId" clId="{813F38BF-CEF7-4CE5-BDCD-FBA757EB9176}" dt="2025-03-28T19:34:27.340" v="3252"/>
          <ac:cxnSpMkLst>
            <pc:docMk/>
            <pc:sldMk cId="806420248" sldId="334"/>
            <ac:cxnSpMk id="26" creationId="{6B503C6E-D667-0252-C976-D9000976FF7D}"/>
          </ac:cxnSpMkLst>
        </pc:cxnChg>
        <pc:cxnChg chg="mod">
          <ac:chgData name="Jatin Verma" userId="2aa75a8a7ced59db" providerId="LiveId" clId="{813F38BF-CEF7-4CE5-BDCD-FBA757EB9176}" dt="2025-03-28T19:34:27.340" v="3252"/>
          <ac:cxnSpMkLst>
            <pc:docMk/>
            <pc:sldMk cId="806420248" sldId="334"/>
            <ac:cxnSpMk id="29" creationId="{42F242F1-3F7A-AA0D-3519-2325FB29431A}"/>
          </ac:cxnSpMkLst>
        </pc:cxnChg>
        <pc:cxnChg chg="mod">
          <ac:chgData name="Jatin Verma" userId="2aa75a8a7ced59db" providerId="LiveId" clId="{813F38BF-CEF7-4CE5-BDCD-FBA757EB9176}" dt="2025-03-28T19:35:35.666" v="3263"/>
          <ac:cxnSpMkLst>
            <pc:docMk/>
            <pc:sldMk cId="806420248" sldId="334"/>
            <ac:cxnSpMk id="32" creationId="{574B79EC-5CB0-784D-32E9-CD9CE46E3B06}"/>
          </ac:cxnSpMkLst>
        </pc:cxnChg>
        <pc:cxnChg chg="mod">
          <ac:chgData name="Jatin Verma" userId="2aa75a8a7ced59db" providerId="LiveId" clId="{813F38BF-CEF7-4CE5-BDCD-FBA757EB9176}" dt="2025-03-28T19:36:27.349" v="3273"/>
          <ac:cxnSpMkLst>
            <pc:docMk/>
            <pc:sldMk cId="806420248" sldId="334"/>
            <ac:cxnSpMk id="37" creationId="{F407DF31-A2DD-F966-C40C-2CA585D1D2E4}"/>
          </ac:cxnSpMkLst>
        </pc:cxnChg>
      </pc:sldChg>
      <pc:sldChg chg="modSp add mod ord modNotesTx">
        <pc:chgData name="Jatin Verma" userId="2aa75a8a7ced59db" providerId="LiveId" clId="{813F38BF-CEF7-4CE5-BDCD-FBA757EB9176}" dt="2025-03-28T19:28:28.356" v="3182"/>
        <pc:sldMkLst>
          <pc:docMk/>
          <pc:sldMk cId="860785241" sldId="335"/>
        </pc:sldMkLst>
        <pc:spChg chg="mod">
          <ac:chgData name="Jatin Verma" userId="2aa75a8a7ced59db" providerId="LiveId" clId="{813F38BF-CEF7-4CE5-BDCD-FBA757EB9176}" dt="2025-03-28T19:27:06.778" v="3158" actId="20577"/>
          <ac:spMkLst>
            <pc:docMk/>
            <pc:sldMk cId="860785241" sldId="335"/>
            <ac:spMk id="3" creationId="{60BD4436-0665-C425-1A20-13FA44D70E6D}"/>
          </ac:spMkLst>
        </pc:spChg>
      </pc:sldChg>
      <pc:sldChg chg="addSp delSp modSp new mod">
        <pc:chgData name="Jatin Verma" userId="2aa75a8a7ced59db" providerId="LiveId" clId="{813F38BF-CEF7-4CE5-BDCD-FBA757EB9176}" dt="2025-03-29T02:41:42.160" v="3456" actId="113"/>
        <pc:sldMkLst>
          <pc:docMk/>
          <pc:sldMk cId="1267773153" sldId="336"/>
        </pc:sldMkLst>
        <pc:spChg chg="mod">
          <ac:chgData name="Jatin Verma" userId="2aa75a8a7ced59db" providerId="LiveId" clId="{813F38BF-CEF7-4CE5-BDCD-FBA757EB9176}" dt="2025-03-29T02:34:57.972" v="3366" actId="20577"/>
          <ac:spMkLst>
            <pc:docMk/>
            <pc:sldMk cId="1267773153" sldId="336"/>
            <ac:spMk id="2" creationId="{56DC0879-4C50-025C-906D-8E1FE981A5BC}"/>
          </ac:spMkLst>
        </pc:spChg>
        <pc:spChg chg="del mod">
          <ac:chgData name="Jatin Verma" userId="2aa75a8a7ced59db" providerId="LiveId" clId="{813F38BF-CEF7-4CE5-BDCD-FBA757EB9176}" dt="2025-03-29T02:33:37.465" v="3343"/>
          <ac:spMkLst>
            <pc:docMk/>
            <pc:sldMk cId="1267773153" sldId="336"/>
            <ac:spMk id="3" creationId="{8FA943EF-7EA6-2351-9164-2B3C22F47E3A}"/>
          </ac:spMkLst>
        </pc:spChg>
        <pc:spChg chg="add">
          <ac:chgData name="Jatin Verma" userId="2aa75a8a7ced59db" providerId="LiveId" clId="{813F38BF-CEF7-4CE5-BDCD-FBA757EB9176}" dt="2025-03-29T02:31:13.978" v="3334"/>
          <ac:spMkLst>
            <pc:docMk/>
            <pc:sldMk cId="1267773153" sldId="336"/>
            <ac:spMk id="4" creationId="{06A6544D-D5C3-8332-3A72-4308E16A3C0D}"/>
          </ac:spMkLst>
        </pc:spChg>
        <pc:spChg chg="add del mod">
          <ac:chgData name="Jatin Verma" userId="2aa75a8a7ced59db" providerId="LiveId" clId="{813F38BF-CEF7-4CE5-BDCD-FBA757EB9176}" dt="2025-03-29T02:34:26.496" v="3349" actId="478"/>
          <ac:spMkLst>
            <pc:docMk/>
            <pc:sldMk cId="1267773153" sldId="336"/>
            <ac:spMk id="5" creationId="{650D02FC-8A99-A6A5-15AE-10EE4BA93A0C}"/>
          </ac:spMkLst>
        </pc:spChg>
        <pc:spChg chg="add mod">
          <ac:chgData name="Jatin Verma" userId="2aa75a8a7ced59db" providerId="LiveId" clId="{813F38BF-CEF7-4CE5-BDCD-FBA757EB9176}" dt="2025-03-29T02:41:42.160" v="3456" actId="113"/>
          <ac:spMkLst>
            <pc:docMk/>
            <pc:sldMk cId="1267773153" sldId="336"/>
            <ac:spMk id="6" creationId="{36B114F5-CEE7-3203-46E7-9AD8D6C2794D}"/>
          </ac:spMkLst>
        </pc:spChg>
        <pc:spChg chg="add">
          <ac:chgData name="Jatin Verma" userId="2aa75a8a7ced59db" providerId="LiveId" clId="{813F38BF-CEF7-4CE5-BDCD-FBA757EB9176}" dt="2025-03-29T02:35:25.261" v="3369"/>
          <ac:spMkLst>
            <pc:docMk/>
            <pc:sldMk cId="1267773153" sldId="336"/>
            <ac:spMk id="7" creationId="{F64D9D8F-DC72-4789-A3D0-801370D3264B}"/>
          </ac:spMkLst>
        </pc:spChg>
      </pc:sldChg>
      <pc:sldChg chg="addSp delSp modSp add mod">
        <pc:chgData name="Jatin Verma" userId="2aa75a8a7ced59db" providerId="LiveId" clId="{813F38BF-CEF7-4CE5-BDCD-FBA757EB9176}" dt="2025-03-29T02:37:32.887" v="3416" actId="27636"/>
        <pc:sldMkLst>
          <pc:docMk/>
          <pc:sldMk cId="127322823" sldId="337"/>
        </pc:sldMkLst>
        <pc:spChg chg="mod">
          <ac:chgData name="Jatin Verma" userId="2aa75a8a7ced59db" providerId="LiveId" clId="{813F38BF-CEF7-4CE5-BDCD-FBA757EB9176}" dt="2025-03-29T02:36:07.023" v="3390" actId="20577"/>
          <ac:spMkLst>
            <pc:docMk/>
            <pc:sldMk cId="127322823" sldId="337"/>
            <ac:spMk id="2" creationId="{56DC0879-4C50-025C-906D-8E1FE981A5BC}"/>
          </ac:spMkLst>
        </pc:spChg>
        <pc:spChg chg="add mod">
          <ac:chgData name="Jatin Verma" userId="2aa75a8a7ced59db" providerId="LiveId" clId="{813F38BF-CEF7-4CE5-BDCD-FBA757EB9176}" dt="2025-03-29T02:37:32.887" v="3416" actId="27636"/>
          <ac:spMkLst>
            <pc:docMk/>
            <pc:sldMk cId="127322823" sldId="337"/>
            <ac:spMk id="3" creationId="{CADDA6CF-1369-8D89-5BF3-BC87585988AF}"/>
          </ac:spMkLst>
        </pc:spChg>
        <pc:spChg chg="del mod">
          <ac:chgData name="Jatin Verma" userId="2aa75a8a7ced59db" providerId="LiveId" clId="{813F38BF-CEF7-4CE5-BDCD-FBA757EB9176}" dt="2025-03-29T02:34:20.027" v="3348" actId="478"/>
          <ac:spMkLst>
            <pc:docMk/>
            <pc:sldMk cId="127322823" sldId="337"/>
            <ac:spMk id="5" creationId="{650D02FC-8A99-A6A5-15AE-10EE4BA93A0C}"/>
          </ac:spMkLst>
        </pc:spChg>
      </pc:sldChg>
      <pc:sldChg chg="addSp delSp modSp add mod">
        <pc:chgData name="Jatin Verma" userId="2aa75a8a7ced59db" providerId="LiveId" clId="{813F38BF-CEF7-4CE5-BDCD-FBA757EB9176}" dt="2025-03-29T02:48:36.621" v="3517" actId="14100"/>
        <pc:sldMkLst>
          <pc:docMk/>
          <pc:sldMk cId="637728282" sldId="338"/>
        </pc:sldMkLst>
        <pc:spChg chg="mod">
          <ac:chgData name="Jatin Verma" userId="2aa75a8a7ced59db" providerId="LiveId" clId="{813F38BF-CEF7-4CE5-BDCD-FBA757EB9176}" dt="2025-03-29T02:48:30.503" v="3515" actId="1076"/>
          <ac:spMkLst>
            <pc:docMk/>
            <pc:sldMk cId="637728282" sldId="338"/>
            <ac:spMk id="2" creationId="{7546B7A8-7D45-EC22-BA2D-EFBB9CB60482}"/>
          </ac:spMkLst>
        </pc:spChg>
        <pc:spChg chg="del mod">
          <ac:chgData name="Jatin Verma" userId="2aa75a8a7ced59db" providerId="LiveId" clId="{813F38BF-CEF7-4CE5-BDCD-FBA757EB9176}" dt="2025-03-29T02:38:18.505" v="3424" actId="478"/>
          <ac:spMkLst>
            <pc:docMk/>
            <pc:sldMk cId="637728282" sldId="338"/>
            <ac:spMk id="3" creationId="{F8E793FB-81B5-9968-1B4D-48E7EB173A31}"/>
          </ac:spMkLst>
        </pc:spChg>
        <pc:spChg chg="add del mod">
          <ac:chgData name="Jatin Verma" userId="2aa75a8a7ced59db" providerId="LiveId" clId="{813F38BF-CEF7-4CE5-BDCD-FBA757EB9176}" dt="2025-03-29T02:38:21.082" v="3425" actId="478"/>
          <ac:spMkLst>
            <pc:docMk/>
            <pc:sldMk cId="637728282" sldId="338"/>
            <ac:spMk id="5" creationId="{FE5559BC-9B46-5862-AD66-08FFF268920E}"/>
          </ac:spMkLst>
        </pc:spChg>
        <pc:spChg chg="add del mod">
          <ac:chgData name="Jatin Verma" userId="2aa75a8a7ced59db" providerId="LiveId" clId="{813F38BF-CEF7-4CE5-BDCD-FBA757EB9176}" dt="2025-03-29T02:38:58.815" v="3431" actId="478"/>
          <ac:spMkLst>
            <pc:docMk/>
            <pc:sldMk cId="637728282" sldId="338"/>
            <ac:spMk id="9" creationId="{59BD1443-3204-F7E3-56C6-B8D5E18F08C1}"/>
          </ac:spMkLst>
        </pc:spChg>
        <pc:spChg chg="add mod">
          <ac:chgData name="Jatin Verma" userId="2aa75a8a7ced59db" providerId="LiveId" clId="{813F38BF-CEF7-4CE5-BDCD-FBA757EB9176}" dt="2025-03-29T02:44:15.137" v="3461" actId="14100"/>
          <ac:spMkLst>
            <pc:docMk/>
            <pc:sldMk cId="637728282" sldId="338"/>
            <ac:spMk id="11" creationId="{B0DEDD55-0C0B-2EE3-C6C5-BD28C1D14432}"/>
          </ac:spMkLst>
        </pc:spChg>
        <pc:spChg chg="add mod">
          <ac:chgData name="Jatin Verma" userId="2aa75a8a7ced59db" providerId="LiveId" clId="{813F38BF-CEF7-4CE5-BDCD-FBA757EB9176}" dt="2025-03-29T02:45:11.554" v="3477" actId="207"/>
          <ac:spMkLst>
            <pc:docMk/>
            <pc:sldMk cId="637728282" sldId="338"/>
            <ac:spMk id="14" creationId="{3CD6CD63-23C9-EDAE-ED03-156267FE0AC3}"/>
          </ac:spMkLst>
        </pc:spChg>
        <pc:spChg chg="add mod">
          <ac:chgData name="Jatin Verma" userId="2aa75a8a7ced59db" providerId="LiveId" clId="{813F38BF-CEF7-4CE5-BDCD-FBA757EB9176}" dt="2025-03-29T02:46:58.926" v="3509" actId="1038"/>
          <ac:spMkLst>
            <pc:docMk/>
            <pc:sldMk cId="637728282" sldId="338"/>
            <ac:spMk id="19" creationId="{7A5585EB-7C61-A379-110E-8E5294C439A8}"/>
          </ac:spMkLst>
        </pc:spChg>
        <pc:picChg chg="add mod">
          <ac:chgData name="Jatin Verma" userId="2aa75a8a7ced59db" providerId="LiveId" clId="{813F38BF-CEF7-4CE5-BDCD-FBA757EB9176}" dt="2025-03-29T02:45:46.329" v="3487" actId="1076"/>
          <ac:picMkLst>
            <pc:docMk/>
            <pc:sldMk cId="637728282" sldId="338"/>
            <ac:picMk id="13" creationId="{99B73A55-F16F-EC35-B3A2-2DB8FD392612}"/>
          </ac:picMkLst>
        </pc:picChg>
        <pc:picChg chg="add mod">
          <ac:chgData name="Jatin Verma" userId="2aa75a8a7ced59db" providerId="LiveId" clId="{813F38BF-CEF7-4CE5-BDCD-FBA757EB9176}" dt="2025-03-29T02:48:36.621" v="3517" actId="14100"/>
          <ac:picMkLst>
            <pc:docMk/>
            <pc:sldMk cId="637728282" sldId="338"/>
            <ac:picMk id="21" creationId="{B03B7163-049B-F79C-E2BD-2AC354932F05}"/>
          </ac:picMkLst>
        </pc:picChg>
        <pc:cxnChg chg="add mod">
          <ac:chgData name="Jatin Verma" userId="2aa75a8a7ced59db" providerId="LiveId" clId="{813F38BF-CEF7-4CE5-BDCD-FBA757EB9176}" dt="2025-03-29T02:40:28.485" v="3448" actId="1076"/>
          <ac:cxnSpMkLst>
            <pc:docMk/>
            <pc:sldMk cId="637728282" sldId="338"/>
            <ac:cxnSpMk id="7" creationId="{272CA757-F7B5-B31F-2255-BE30CBF95AC2}"/>
          </ac:cxnSpMkLst>
        </pc:cxnChg>
        <pc:cxnChg chg="add mod">
          <ac:chgData name="Jatin Verma" userId="2aa75a8a7ced59db" providerId="LiveId" clId="{813F38BF-CEF7-4CE5-BDCD-FBA757EB9176}" dt="2025-03-29T02:40:23.647" v="3447" actId="1076"/>
          <ac:cxnSpMkLst>
            <pc:docMk/>
            <pc:sldMk cId="637728282" sldId="338"/>
            <ac:cxnSpMk id="10" creationId="{A3646052-D632-38BF-6E40-EF735B7E7A2E}"/>
          </ac:cxnSpMkLst>
        </pc:cxnChg>
        <pc:cxnChg chg="add mod">
          <ac:chgData name="Jatin Verma" userId="2aa75a8a7ced59db" providerId="LiveId" clId="{813F38BF-CEF7-4CE5-BDCD-FBA757EB9176}" dt="2025-03-29T02:47:03.826" v="3510" actId="1035"/>
          <ac:cxnSpMkLst>
            <pc:docMk/>
            <pc:sldMk cId="637728282" sldId="338"/>
            <ac:cxnSpMk id="16" creationId="{BEF74D8C-0BA4-CF3E-9A53-8D0504085F98}"/>
          </ac:cxnSpMkLst>
        </pc:cxnChg>
      </pc:sldChg>
      <pc:sldChg chg="modSp new mod">
        <pc:chgData name="Jatin Verma" userId="2aa75a8a7ced59db" providerId="LiveId" clId="{813F38BF-CEF7-4CE5-BDCD-FBA757EB9176}" dt="2025-03-29T16:07:32.381" v="3553" actId="14100"/>
        <pc:sldMkLst>
          <pc:docMk/>
          <pc:sldMk cId="3352348739" sldId="339"/>
        </pc:sldMkLst>
        <pc:spChg chg="mod">
          <ac:chgData name="Jatin Verma" userId="2aa75a8a7ced59db" providerId="LiveId" clId="{813F38BF-CEF7-4CE5-BDCD-FBA757EB9176}" dt="2025-03-29T15:53:24.172" v="3519"/>
          <ac:spMkLst>
            <pc:docMk/>
            <pc:sldMk cId="3352348739" sldId="339"/>
            <ac:spMk id="2" creationId="{6EF5088D-57F6-BC7B-34F9-2DCCE5B81D6D}"/>
          </ac:spMkLst>
        </pc:spChg>
        <pc:spChg chg="mod">
          <ac:chgData name="Jatin Verma" userId="2aa75a8a7ced59db" providerId="LiveId" clId="{813F38BF-CEF7-4CE5-BDCD-FBA757EB9176}" dt="2025-03-29T16:07:32.381" v="3553" actId="14100"/>
          <ac:spMkLst>
            <pc:docMk/>
            <pc:sldMk cId="3352348739" sldId="339"/>
            <ac:spMk id="3" creationId="{D00F9A19-E543-3A17-6785-EEABFE8689AB}"/>
          </ac:spMkLst>
        </pc:spChg>
      </pc:sldChg>
      <pc:sldChg chg="addSp modSp new mod">
        <pc:chgData name="Jatin Verma" userId="2aa75a8a7ced59db" providerId="LiveId" clId="{813F38BF-CEF7-4CE5-BDCD-FBA757EB9176}" dt="2025-03-29T16:09:40.598" v="3584" actId="113"/>
        <pc:sldMkLst>
          <pc:docMk/>
          <pc:sldMk cId="3623774255" sldId="340"/>
        </pc:sldMkLst>
        <pc:spChg chg="mod">
          <ac:chgData name="Jatin Verma" userId="2aa75a8a7ced59db" providerId="LiveId" clId="{813F38BF-CEF7-4CE5-BDCD-FBA757EB9176}" dt="2025-03-29T16:06:45.354" v="3549"/>
          <ac:spMkLst>
            <pc:docMk/>
            <pc:sldMk cId="3623774255" sldId="340"/>
            <ac:spMk id="2" creationId="{350852E2-7970-C603-4F3A-CC1EF70CC95B}"/>
          </ac:spMkLst>
        </pc:spChg>
        <pc:spChg chg="mod">
          <ac:chgData name="Jatin Verma" userId="2aa75a8a7ced59db" providerId="LiveId" clId="{813F38BF-CEF7-4CE5-BDCD-FBA757EB9176}" dt="2025-03-29T16:09:40.598" v="3584" actId="113"/>
          <ac:spMkLst>
            <pc:docMk/>
            <pc:sldMk cId="3623774255" sldId="340"/>
            <ac:spMk id="3" creationId="{E826715E-917E-E4F0-0FD9-D00AF9BC32B5}"/>
          </ac:spMkLst>
        </pc:spChg>
        <pc:spChg chg="add">
          <ac:chgData name="Jatin Verma" userId="2aa75a8a7ced59db" providerId="LiveId" clId="{813F38BF-CEF7-4CE5-BDCD-FBA757EB9176}" dt="2025-03-29T16:08:01.360" v="3556"/>
          <ac:spMkLst>
            <pc:docMk/>
            <pc:sldMk cId="3623774255" sldId="340"/>
            <ac:spMk id="4" creationId="{901771A5-534A-BFF9-6A00-09093DD41A72}"/>
          </ac:spMkLst>
        </pc:spChg>
      </pc:sldChg>
      <pc:sldChg chg="addSp delSp modSp new mod">
        <pc:chgData name="Jatin Verma" userId="2aa75a8a7ced59db" providerId="LiveId" clId="{813F38BF-CEF7-4CE5-BDCD-FBA757EB9176}" dt="2025-03-29T16:18:05.324" v="3596" actId="1076"/>
        <pc:sldMkLst>
          <pc:docMk/>
          <pc:sldMk cId="3678517000" sldId="341"/>
        </pc:sldMkLst>
        <pc:spChg chg="mod">
          <ac:chgData name="Jatin Verma" userId="2aa75a8a7ced59db" providerId="LiveId" clId="{813F38BF-CEF7-4CE5-BDCD-FBA757EB9176}" dt="2025-03-29T16:10:10.263" v="3587" actId="20577"/>
          <ac:spMkLst>
            <pc:docMk/>
            <pc:sldMk cId="3678517000" sldId="341"/>
            <ac:spMk id="2" creationId="{181B2741-3117-5E46-45A6-19A67F33162E}"/>
          </ac:spMkLst>
        </pc:spChg>
        <pc:spChg chg="del">
          <ac:chgData name="Jatin Verma" userId="2aa75a8a7ced59db" providerId="LiveId" clId="{813F38BF-CEF7-4CE5-BDCD-FBA757EB9176}" dt="2025-03-29T16:17:58.661" v="3593" actId="478"/>
          <ac:spMkLst>
            <pc:docMk/>
            <pc:sldMk cId="3678517000" sldId="341"/>
            <ac:spMk id="3" creationId="{F77A41B8-6AEF-0D10-EF96-77751DE606C0}"/>
          </ac:spMkLst>
        </pc:spChg>
        <pc:picChg chg="add mod">
          <ac:chgData name="Jatin Verma" userId="2aa75a8a7ced59db" providerId="LiveId" clId="{813F38BF-CEF7-4CE5-BDCD-FBA757EB9176}" dt="2025-03-29T16:18:05.324" v="3596" actId="1076"/>
          <ac:picMkLst>
            <pc:docMk/>
            <pc:sldMk cId="3678517000" sldId="341"/>
            <ac:picMk id="2050" creationId="{8C19D162-1C9A-68D3-EF6E-9E1770457826}"/>
          </ac:picMkLst>
        </pc:picChg>
      </pc:sldChg>
      <pc:sldChg chg="addSp delSp modSp add mod">
        <pc:chgData name="Jatin Verma" userId="2aa75a8a7ced59db" providerId="LiveId" clId="{813F38BF-CEF7-4CE5-BDCD-FBA757EB9176}" dt="2025-03-29T16:25:57.771" v="3614"/>
        <pc:sldMkLst>
          <pc:docMk/>
          <pc:sldMk cId="1528226426" sldId="342"/>
        </pc:sldMkLst>
        <pc:spChg chg="add mod">
          <ac:chgData name="Jatin Verma" userId="2aa75a8a7ced59db" providerId="LiveId" clId="{813F38BF-CEF7-4CE5-BDCD-FBA757EB9176}" dt="2025-03-29T16:25:57.771" v="3614"/>
          <ac:spMkLst>
            <pc:docMk/>
            <pc:sldMk cId="1528226426" sldId="342"/>
            <ac:spMk id="3" creationId="{530CC564-9329-19EB-8DAE-AE93D9C512DA}"/>
          </ac:spMkLst>
        </pc:spChg>
        <pc:picChg chg="del">
          <ac:chgData name="Jatin Verma" userId="2aa75a8a7ced59db" providerId="LiveId" clId="{813F38BF-CEF7-4CE5-BDCD-FBA757EB9176}" dt="2025-03-29T16:18:14.530" v="3598" actId="478"/>
          <ac:picMkLst>
            <pc:docMk/>
            <pc:sldMk cId="1528226426" sldId="342"/>
            <ac:picMk id="2050" creationId="{EA088C3C-C89C-2E57-4546-62D57B1F6031}"/>
          </ac:picMkLst>
        </pc:picChg>
      </pc:sldChg>
      <pc:sldChg chg="addSp modSp add mod">
        <pc:chgData name="Jatin Verma" userId="2aa75a8a7ced59db" providerId="LiveId" clId="{813F38BF-CEF7-4CE5-BDCD-FBA757EB9176}" dt="2025-03-29T16:29:49.515" v="3628" actId="20577"/>
        <pc:sldMkLst>
          <pc:docMk/>
          <pc:sldMk cId="182419984" sldId="343"/>
        </pc:sldMkLst>
        <pc:spChg chg="mod">
          <ac:chgData name="Jatin Verma" userId="2aa75a8a7ced59db" providerId="LiveId" clId="{813F38BF-CEF7-4CE5-BDCD-FBA757EB9176}" dt="2025-03-29T16:29:49.515" v="3628" actId="20577"/>
          <ac:spMkLst>
            <pc:docMk/>
            <pc:sldMk cId="182419984" sldId="343"/>
            <ac:spMk id="3" creationId="{275DDA90-6C6E-CBD6-8EB4-A281306BEBD7}"/>
          </ac:spMkLst>
        </pc:spChg>
        <pc:spChg chg="add">
          <ac:chgData name="Jatin Verma" userId="2aa75a8a7ced59db" providerId="LiveId" clId="{813F38BF-CEF7-4CE5-BDCD-FBA757EB9176}" dt="2025-03-29T16:26:46.383" v="3619"/>
          <ac:spMkLst>
            <pc:docMk/>
            <pc:sldMk cId="182419984" sldId="343"/>
            <ac:spMk id="4" creationId="{D5B6A60B-E79F-FDEF-F155-3CF0B835CF3B}"/>
          </ac:spMkLst>
        </pc:spChg>
      </pc:sldChg>
      <pc:sldChg chg="modSp new mod">
        <pc:chgData name="Jatin Verma" userId="2aa75a8a7ced59db" providerId="LiveId" clId="{813F38BF-CEF7-4CE5-BDCD-FBA757EB9176}" dt="2025-03-29T16:57:06.153" v="3657" actId="14100"/>
        <pc:sldMkLst>
          <pc:docMk/>
          <pc:sldMk cId="3438105971" sldId="344"/>
        </pc:sldMkLst>
        <pc:spChg chg="mod">
          <ac:chgData name="Jatin Verma" userId="2aa75a8a7ced59db" providerId="LiveId" clId="{813F38BF-CEF7-4CE5-BDCD-FBA757EB9176}" dt="2025-03-29T16:30:41.911" v="3630"/>
          <ac:spMkLst>
            <pc:docMk/>
            <pc:sldMk cId="3438105971" sldId="344"/>
            <ac:spMk id="2" creationId="{71E96706-B73D-B696-6CB7-AA0C5DA07FB6}"/>
          </ac:spMkLst>
        </pc:spChg>
        <pc:spChg chg="mod">
          <ac:chgData name="Jatin Verma" userId="2aa75a8a7ced59db" providerId="LiveId" clId="{813F38BF-CEF7-4CE5-BDCD-FBA757EB9176}" dt="2025-03-29T16:57:06.153" v="3657" actId="14100"/>
          <ac:spMkLst>
            <pc:docMk/>
            <pc:sldMk cId="3438105971" sldId="344"/>
            <ac:spMk id="3" creationId="{7CBB924F-590A-E574-424D-33A25B3D991B}"/>
          </ac:spMkLst>
        </pc:spChg>
      </pc:sldChg>
      <pc:sldChg chg="modSp add mod">
        <pc:chgData name="Jatin Verma" userId="2aa75a8a7ced59db" providerId="LiveId" clId="{813F38BF-CEF7-4CE5-BDCD-FBA757EB9176}" dt="2025-03-29T17:01:20.452" v="3671" actId="27636"/>
        <pc:sldMkLst>
          <pc:docMk/>
          <pc:sldMk cId="2097680405" sldId="345"/>
        </pc:sldMkLst>
        <pc:spChg chg="mod">
          <ac:chgData name="Jatin Verma" userId="2aa75a8a7ced59db" providerId="LiveId" clId="{813F38BF-CEF7-4CE5-BDCD-FBA757EB9176}" dt="2025-03-29T17:01:20.452" v="3671" actId="27636"/>
          <ac:spMkLst>
            <pc:docMk/>
            <pc:sldMk cId="2097680405" sldId="345"/>
            <ac:spMk id="3" creationId="{72FF5041-2C63-AFCD-BBB8-D5D454A25B0C}"/>
          </ac:spMkLst>
        </pc:spChg>
      </pc:sldChg>
      <pc:sldChg chg="addSp modSp add mod">
        <pc:chgData name="Jatin Verma" userId="2aa75a8a7ced59db" providerId="LiveId" clId="{813F38BF-CEF7-4CE5-BDCD-FBA757EB9176}" dt="2025-03-29T17:03:01.284" v="3693" actId="1076"/>
        <pc:sldMkLst>
          <pc:docMk/>
          <pc:sldMk cId="2343437897" sldId="346"/>
        </pc:sldMkLst>
        <pc:spChg chg="mod">
          <ac:chgData name="Jatin Verma" userId="2aa75a8a7ced59db" providerId="LiveId" clId="{813F38BF-CEF7-4CE5-BDCD-FBA757EB9176}" dt="2025-03-29T17:03:01.284" v="3693" actId="1076"/>
          <ac:spMkLst>
            <pc:docMk/>
            <pc:sldMk cId="2343437897" sldId="346"/>
            <ac:spMk id="3" creationId="{BCF66FB9-EAA2-51DE-F53E-45D9CE4CD944}"/>
          </ac:spMkLst>
        </pc:spChg>
        <pc:spChg chg="add">
          <ac:chgData name="Jatin Verma" userId="2aa75a8a7ced59db" providerId="LiveId" clId="{813F38BF-CEF7-4CE5-BDCD-FBA757EB9176}" dt="2025-03-29T17:02:40.549" v="3684"/>
          <ac:spMkLst>
            <pc:docMk/>
            <pc:sldMk cId="2343437897" sldId="346"/>
            <ac:spMk id="4" creationId="{99BC9723-BF50-EDD2-63AD-9124BD1B49EB}"/>
          </ac:spMkLst>
        </pc:spChg>
      </pc:sldChg>
      <pc:sldChg chg="addSp delSp modSp add mod">
        <pc:chgData name="Jatin Verma" userId="2aa75a8a7ced59db" providerId="LiveId" clId="{813F38BF-CEF7-4CE5-BDCD-FBA757EB9176}" dt="2025-03-29T17:08:11.112" v="3715" actId="20577"/>
        <pc:sldMkLst>
          <pc:docMk/>
          <pc:sldMk cId="1990499422" sldId="347"/>
        </pc:sldMkLst>
        <pc:spChg chg="mod">
          <ac:chgData name="Jatin Verma" userId="2aa75a8a7ced59db" providerId="LiveId" clId="{813F38BF-CEF7-4CE5-BDCD-FBA757EB9176}" dt="2025-03-29T17:08:11.112" v="3715" actId="20577"/>
          <ac:spMkLst>
            <pc:docMk/>
            <pc:sldMk cId="1990499422" sldId="347"/>
            <ac:spMk id="3" creationId="{9C6E39FE-081C-55CB-297B-A16ED5D809B6}"/>
          </ac:spMkLst>
        </pc:spChg>
        <pc:spChg chg="add">
          <ac:chgData name="Jatin Verma" userId="2aa75a8a7ced59db" providerId="LiveId" clId="{813F38BF-CEF7-4CE5-BDCD-FBA757EB9176}" dt="2025-03-29T17:08:01.268" v="3711"/>
          <ac:spMkLst>
            <pc:docMk/>
            <pc:sldMk cId="1990499422" sldId="347"/>
            <ac:spMk id="6" creationId="{8CBD7A2A-105F-5D80-8F4C-07B712B88E9A}"/>
          </ac:spMkLst>
        </pc:spChg>
        <pc:picChg chg="add del mod">
          <ac:chgData name="Jatin Verma" userId="2aa75a8a7ced59db" providerId="LiveId" clId="{813F38BF-CEF7-4CE5-BDCD-FBA757EB9176}" dt="2025-03-29T17:07:50.736" v="3709" actId="478"/>
          <ac:picMkLst>
            <pc:docMk/>
            <pc:sldMk cId="1990499422" sldId="347"/>
            <ac:picMk id="5" creationId="{E3027CA0-61FA-8DA4-807F-60EBABD79DF6}"/>
          </ac:picMkLst>
        </pc:picChg>
      </pc:sldChg>
      <pc:sldChg chg="addSp delSp modSp add mod">
        <pc:chgData name="Jatin Verma" userId="2aa75a8a7ced59db" providerId="LiveId" clId="{813F38BF-CEF7-4CE5-BDCD-FBA757EB9176}" dt="2025-03-29T17:09:50.472" v="3736" actId="167"/>
        <pc:sldMkLst>
          <pc:docMk/>
          <pc:sldMk cId="460713772" sldId="348"/>
        </pc:sldMkLst>
        <pc:spChg chg="add del mod">
          <ac:chgData name="Jatin Verma" userId="2aa75a8a7ced59db" providerId="LiveId" clId="{813F38BF-CEF7-4CE5-BDCD-FBA757EB9176}" dt="2025-03-29T17:08:53.217" v="3723" actId="20577"/>
          <ac:spMkLst>
            <pc:docMk/>
            <pc:sldMk cId="460713772" sldId="348"/>
            <ac:spMk id="3" creationId="{9A68AAB6-2AF5-32D5-1D91-7C790FB068CF}"/>
          </ac:spMkLst>
        </pc:spChg>
        <pc:spChg chg="add mod">
          <ac:chgData name="Jatin Verma" userId="2aa75a8a7ced59db" providerId="LiveId" clId="{813F38BF-CEF7-4CE5-BDCD-FBA757EB9176}" dt="2025-03-29T17:08:44.407" v="3719"/>
          <ac:spMkLst>
            <pc:docMk/>
            <pc:sldMk cId="460713772" sldId="348"/>
            <ac:spMk id="4" creationId="{7937FF42-DEF0-15B2-F705-FB8D63DAAA37}"/>
          </ac:spMkLst>
        </pc:spChg>
        <pc:picChg chg="add mod ord">
          <ac:chgData name="Jatin Verma" userId="2aa75a8a7ced59db" providerId="LiveId" clId="{813F38BF-CEF7-4CE5-BDCD-FBA757EB9176}" dt="2025-03-29T17:09:50.472" v="3736" actId="167"/>
          <ac:picMkLst>
            <pc:docMk/>
            <pc:sldMk cId="460713772" sldId="348"/>
            <ac:picMk id="6" creationId="{A13BA5C1-8B09-7B46-8B95-FA314CF8A55E}"/>
          </ac:picMkLst>
        </pc:picChg>
      </pc:sldChg>
      <pc:sldChg chg="addSp modSp new mod">
        <pc:chgData name="Jatin Verma" userId="2aa75a8a7ced59db" providerId="LiveId" clId="{813F38BF-CEF7-4CE5-BDCD-FBA757EB9176}" dt="2025-03-29T17:12:44.936" v="3765"/>
        <pc:sldMkLst>
          <pc:docMk/>
          <pc:sldMk cId="2626882240" sldId="349"/>
        </pc:sldMkLst>
        <pc:spChg chg="mod">
          <ac:chgData name="Jatin Verma" userId="2aa75a8a7ced59db" providerId="LiveId" clId="{813F38BF-CEF7-4CE5-BDCD-FBA757EB9176}" dt="2025-03-29T17:10:51.916" v="3760" actId="20577"/>
          <ac:spMkLst>
            <pc:docMk/>
            <pc:sldMk cId="2626882240" sldId="349"/>
            <ac:spMk id="2" creationId="{BBC1E764-E7D0-9C90-7C38-07276DCE23B3}"/>
          </ac:spMkLst>
        </pc:spChg>
        <pc:spChg chg="mod">
          <ac:chgData name="Jatin Verma" userId="2aa75a8a7ced59db" providerId="LiveId" clId="{813F38BF-CEF7-4CE5-BDCD-FBA757EB9176}" dt="2025-03-29T17:12:44.936" v="3765"/>
          <ac:spMkLst>
            <pc:docMk/>
            <pc:sldMk cId="2626882240" sldId="349"/>
            <ac:spMk id="3" creationId="{6B038CEF-72C1-8E28-2798-4D4A34D7C070}"/>
          </ac:spMkLst>
        </pc:spChg>
        <pc:spChg chg="add">
          <ac:chgData name="Jatin Verma" userId="2aa75a8a7ced59db" providerId="LiveId" clId="{813F38BF-CEF7-4CE5-BDCD-FBA757EB9176}" dt="2025-03-29T17:10:33.275" v="3750"/>
          <ac:spMkLst>
            <pc:docMk/>
            <pc:sldMk cId="2626882240" sldId="349"/>
            <ac:spMk id="4" creationId="{73BEAC7A-142D-80C9-063E-6A1DCE9AECB4}"/>
          </ac:spMkLst>
        </pc:spChg>
      </pc:sldChg>
      <pc:sldChg chg="addSp modSp new mod ord">
        <pc:chgData name="Jatin Verma" userId="2aa75a8a7ced59db" providerId="LiveId" clId="{813F38BF-CEF7-4CE5-BDCD-FBA757EB9176}" dt="2025-03-30T02:02:46.227" v="4044"/>
        <pc:sldMkLst>
          <pc:docMk/>
          <pc:sldMk cId="3529591491" sldId="350"/>
        </pc:sldMkLst>
        <pc:spChg chg="mod">
          <ac:chgData name="Jatin Verma" userId="2aa75a8a7ced59db" providerId="LiveId" clId="{813F38BF-CEF7-4CE5-BDCD-FBA757EB9176}" dt="2025-03-30T01:41:04.551" v="3771"/>
          <ac:spMkLst>
            <pc:docMk/>
            <pc:sldMk cId="3529591491" sldId="350"/>
            <ac:spMk id="2" creationId="{AF05ACC4-4835-2FE6-6B27-DE91FE604740}"/>
          </ac:spMkLst>
        </pc:spChg>
        <pc:spChg chg="add mod">
          <ac:chgData name="Jatin Verma" userId="2aa75a8a7ced59db" providerId="LiveId" clId="{813F38BF-CEF7-4CE5-BDCD-FBA757EB9176}" dt="2025-03-30T01:41:42.469" v="3777" actId="1076"/>
          <ac:spMkLst>
            <pc:docMk/>
            <pc:sldMk cId="3529591491" sldId="350"/>
            <ac:spMk id="7" creationId="{F4C6731D-BD21-5CD0-CE8B-DC39A7BEC356}"/>
          </ac:spMkLst>
        </pc:spChg>
        <pc:picChg chg="add mod">
          <ac:chgData name="Jatin Verma" userId="2aa75a8a7ced59db" providerId="LiveId" clId="{813F38BF-CEF7-4CE5-BDCD-FBA757EB9176}" dt="2025-03-30T01:41:12.355" v="3772" actId="1076"/>
          <ac:picMkLst>
            <pc:docMk/>
            <pc:sldMk cId="3529591491" sldId="350"/>
            <ac:picMk id="5" creationId="{75A2AE1E-FE29-17C4-ABDA-C5E096C78D65}"/>
          </ac:picMkLst>
        </pc:picChg>
      </pc:sldChg>
      <pc:sldChg chg="addSp delSp modSp new mod modAnim">
        <pc:chgData name="Jatin Verma" userId="2aa75a8a7ced59db" providerId="LiveId" clId="{813F38BF-CEF7-4CE5-BDCD-FBA757EB9176}" dt="2025-03-30T01:59:30.754" v="4015" actId="27636"/>
        <pc:sldMkLst>
          <pc:docMk/>
          <pc:sldMk cId="3335301686" sldId="351"/>
        </pc:sldMkLst>
        <pc:spChg chg="mod">
          <ac:chgData name="Jatin Verma" userId="2aa75a8a7ced59db" providerId="LiveId" clId="{813F38BF-CEF7-4CE5-BDCD-FBA757EB9176}" dt="2025-03-30T01:43:09.905" v="3779"/>
          <ac:spMkLst>
            <pc:docMk/>
            <pc:sldMk cId="3335301686" sldId="351"/>
            <ac:spMk id="2" creationId="{C4F2FABE-0109-817C-31ED-B36B342ABD42}"/>
          </ac:spMkLst>
        </pc:spChg>
        <pc:spChg chg="mod">
          <ac:chgData name="Jatin Verma" userId="2aa75a8a7ced59db" providerId="LiveId" clId="{813F38BF-CEF7-4CE5-BDCD-FBA757EB9176}" dt="2025-03-30T01:59:30.754" v="4015" actId="27636"/>
          <ac:spMkLst>
            <pc:docMk/>
            <pc:sldMk cId="3335301686" sldId="351"/>
            <ac:spMk id="3" creationId="{502D1D58-8CA2-66B6-942C-CD0F2767B348}"/>
          </ac:spMkLst>
        </pc:spChg>
        <pc:spChg chg="add mod">
          <ac:chgData name="Jatin Verma" userId="2aa75a8a7ced59db" providerId="LiveId" clId="{813F38BF-CEF7-4CE5-BDCD-FBA757EB9176}" dt="2025-03-30T01:51:50.543" v="3954" actId="1076"/>
          <ac:spMkLst>
            <pc:docMk/>
            <pc:sldMk cId="3335301686" sldId="351"/>
            <ac:spMk id="5" creationId="{7445D03C-D8DB-54C5-D477-2B767FFBFFC4}"/>
          </ac:spMkLst>
        </pc:spChg>
        <pc:spChg chg="add del">
          <ac:chgData name="Jatin Verma" userId="2aa75a8a7ced59db" providerId="LiveId" clId="{813F38BF-CEF7-4CE5-BDCD-FBA757EB9176}" dt="2025-03-30T01:52:44.584" v="3981" actId="22"/>
          <ac:spMkLst>
            <pc:docMk/>
            <pc:sldMk cId="3335301686" sldId="351"/>
            <ac:spMk id="7" creationId="{C2AD2A22-8A4E-2D45-C63F-03E87D88605B}"/>
          </ac:spMkLst>
        </pc:spChg>
        <pc:spChg chg="add mod">
          <ac:chgData name="Jatin Verma" userId="2aa75a8a7ced59db" providerId="LiveId" clId="{813F38BF-CEF7-4CE5-BDCD-FBA757EB9176}" dt="2025-03-30T01:52:57.108" v="3983" actId="1076"/>
          <ac:spMkLst>
            <pc:docMk/>
            <pc:sldMk cId="3335301686" sldId="351"/>
            <ac:spMk id="9" creationId="{140440A3-86E0-CD4C-2BDE-663CF8AF8261}"/>
          </ac:spMkLst>
        </pc:spChg>
        <pc:spChg chg="add del">
          <ac:chgData name="Jatin Verma" userId="2aa75a8a7ced59db" providerId="LiveId" clId="{813F38BF-CEF7-4CE5-BDCD-FBA757EB9176}" dt="2025-03-30T01:58:52.768" v="4003" actId="22"/>
          <ac:spMkLst>
            <pc:docMk/>
            <pc:sldMk cId="3335301686" sldId="351"/>
            <ac:spMk id="11" creationId="{6DFE8322-28FA-C2AC-1465-B1EA4F24D1F4}"/>
          </ac:spMkLst>
        </pc:spChg>
        <pc:graphicFrameChg chg="add mod modGraphic">
          <ac:chgData name="Jatin Verma" userId="2aa75a8a7ced59db" providerId="LiveId" clId="{813F38BF-CEF7-4CE5-BDCD-FBA757EB9176}" dt="2025-03-30T01:52:34.430" v="3979" actId="20577"/>
          <ac:graphicFrameMkLst>
            <pc:docMk/>
            <pc:sldMk cId="3335301686" sldId="351"/>
            <ac:graphicFrameMk id="4" creationId="{8B2EBF72-873A-8927-8F83-B01491B1824B}"/>
          </ac:graphicFrameMkLst>
        </pc:graphicFrameChg>
        <pc:graphicFrameChg chg="add mod modGraphic">
          <ac:chgData name="Jatin Verma" userId="2aa75a8a7ced59db" providerId="LiveId" clId="{813F38BF-CEF7-4CE5-BDCD-FBA757EB9176}" dt="2025-03-30T01:53:20.508" v="4001" actId="20577"/>
          <ac:graphicFrameMkLst>
            <pc:docMk/>
            <pc:sldMk cId="3335301686" sldId="351"/>
            <ac:graphicFrameMk id="8" creationId="{653562A1-8441-5A47-7AED-4695DE275C7E}"/>
          </ac:graphicFrameMkLst>
        </pc:graphicFrameChg>
      </pc:sldChg>
      <pc:sldChg chg="addSp delSp modSp add mod">
        <pc:chgData name="Jatin Verma" userId="2aa75a8a7ced59db" providerId="LiveId" clId="{813F38BF-CEF7-4CE5-BDCD-FBA757EB9176}" dt="2025-03-30T02:02:17.138" v="4042"/>
        <pc:sldMkLst>
          <pc:docMk/>
          <pc:sldMk cId="117670888" sldId="352"/>
        </pc:sldMkLst>
        <pc:spChg chg="add del mod">
          <ac:chgData name="Jatin Verma" userId="2aa75a8a7ced59db" providerId="LiveId" clId="{813F38BF-CEF7-4CE5-BDCD-FBA757EB9176}" dt="2025-03-30T02:02:17.138" v="4042"/>
          <ac:spMkLst>
            <pc:docMk/>
            <pc:sldMk cId="117670888" sldId="352"/>
            <ac:spMk id="3" creationId="{1E6A4490-8EBD-71F4-2D01-BB5F2C8BD5CD}"/>
          </ac:spMkLst>
        </pc:spChg>
        <pc:spChg chg="del mod">
          <ac:chgData name="Jatin Verma" userId="2aa75a8a7ced59db" providerId="LiveId" clId="{813F38BF-CEF7-4CE5-BDCD-FBA757EB9176}" dt="2025-03-30T02:00:56.579" v="4027" actId="478"/>
          <ac:spMkLst>
            <pc:docMk/>
            <pc:sldMk cId="117670888" sldId="352"/>
            <ac:spMk id="5" creationId="{2F81D1D2-F7FD-EDBA-97A7-8A3457BA7306}"/>
          </ac:spMkLst>
        </pc:spChg>
        <pc:spChg chg="add mod">
          <ac:chgData name="Jatin Verma" userId="2aa75a8a7ced59db" providerId="LiveId" clId="{813F38BF-CEF7-4CE5-BDCD-FBA757EB9176}" dt="2025-03-30T02:01:43.077" v="4035"/>
          <ac:spMkLst>
            <pc:docMk/>
            <pc:sldMk cId="117670888" sldId="352"/>
            <ac:spMk id="6" creationId="{669B1640-7BE2-0C87-85A5-127D446091F2}"/>
          </ac:spMkLst>
        </pc:spChg>
        <pc:spChg chg="del mod">
          <ac:chgData name="Jatin Verma" userId="2aa75a8a7ced59db" providerId="LiveId" clId="{813F38BF-CEF7-4CE5-BDCD-FBA757EB9176}" dt="2025-03-30T02:01:02.343" v="4028" actId="478"/>
          <ac:spMkLst>
            <pc:docMk/>
            <pc:sldMk cId="117670888" sldId="352"/>
            <ac:spMk id="9" creationId="{CE65B500-82CA-9AEB-4BFF-367A8AB637CC}"/>
          </ac:spMkLst>
        </pc:spChg>
        <pc:graphicFrameChg chg="del">
          <ac:chgData name="Jatin Verma" userId="2aa75a8a7ced59db" providerId="LiveId" clId="{813F38BF-CEF7-4CE5-BDCD-FBA757EB9176}" dt="2025-03-30T02:00:56.579" v="4027" actId="478"/>
          <ac:graphicFrameMkLst>
            <pc:docMk/>
            <pc:sldMk cId="117670888" sldId="352"/>
            <ac:graphicFrameMk id="4" creationId="{E237AE76-F0E8-A5D5-832D-2170849DAE6A}"/>
          </ac:graphicFrameMkLst>
        </pc:graphicFrameChg>
        <pc:graphicFrameChg chg="del">
          <ac:chgData name="Jatin Verma" userId="2aa75a8a7ced59db" providerId="LiveId" clId="{813F38BF-CEF7-4CE5-BDCD-FBA757EB9176}" dt="2025-03-30T02:01:02.343" v="4028" actId="478"/>
          <ac:graphicFrameMkLst>
            <pc:docMk/>
            <pc:sldMk cId="117670888" sldId="352"/>
            <ac:graphicFrameMk id="8" creationId="{A8165FC7-5761-F3E6-0AD6-BDBA4D477C2B}"/>
          </ac:graphicFrameMkLst>
        </pc:graphicFrameChg>
      </pc:sldChg>
      <pc:sldChg chg="addSp modSp new mod">
        <pc:chgData name="Jatin Verma" userId="2aa75a8a7ced59db" providerId="LiveId" clId="{813F38BF-CEF7-4CE5-BDCD-FBA757EB9176}" dt="2025-03-30T02:24:28.577" v="4081" actId="13926"/>
        <pc:sldMkLst>
          <pc:docMk/>
          <pc:sldMk cId="2894359478" sldId="353"/>
        </pc:sldMkLst>
        <pc:spChg chg="mod">
          <ac:chgData name="Jatin Verma" userId="2aa75a8a7ced59db" providerId="LiveId" clId="{813F38BF-CEF7-4CE5-BDCD-FBA757EB9176}" dt="2025-03-30T02:03:38.185" v="4046"/>
          <ac:spMkLst>
            <pc:docMk/>
            <pc:sldMk cId="2894359478" sldId="353"/>
            <ac:spMk id="2" creationId="{20E6AC7F-6C9A-42BB-5060-C39809C2D994}"/>
          </ac:spMkLst>
        </pc:spChg>
        <pc:spChg chg="mod">
          <ac:chgData name="Jatin Verma" userId="2aa75a8a7ced59db" providerId="LiveId" clId="{813F38BF-CEF7-4CE5-BDCD-FBA757EB9176}" dt="2025-03-30T02:24:28.577" v="4081" actId="13926"/>
          <ac:spMkLst>
            <pc:docMk/>
            <pc:sldMk cId="2894359478" sldId="353"/>
            <ac:spMk id="3" creationId="{FA426C12-FD52-8664-45EC-FCAAB8DB4B71}"/>
          </ac:spMkLst>
        </pc:spChg>
        <pc:spChg chg="add">
          <ac:chgData name="Jatin Verma" userId="2aa75a8a7ced59db" providerId="LiveId" clId="{813F38BF-CEF7-4CE5-BDCD-FBA757EB9176}" dt="2025-03-30T02:21:32.136" v="4051"/>
          <ac:spMkLst>
            <pc:docMk/>
            <pc:sldMk cId="2894359478" sldId="353"/>
            <ac:spMk id="4" creationId="{2375069B-73D6-D68B-A4B6-92DA22905AE9}"/>
          </ac:spMkLst>
        </pc:spChg>
      </pc:sldChg>
      <pc:sldChg chg="modSp add mod">
        <pc:chgData name="Jatin Verma" userId="2aa75a8a7ced59db" providerId="LiveId" clId="{813F38BF-CEF7-4CE5-BDCD-FBA757EB9176}" dt="2025-03-30T02:26:18.312" v="4101" actId="12"/>
        <pc:sldMkLst>
          <pc:docMk/>
          <pc:sldMk cId="2921168560" sldId="354"/>
        </pc:sldMkLst>
        <pc:spChg chg="mod">
          <ac:chgData name="Jatin Verma" userId="2aa75a8a7ced59db" providerId="LiveId" clId="{813F38BF-CEF7-4CE5-BDCD-FBA757EB9176}" dt="2025-03-30T02:26:18.312" v="4101" actId="12"/>
          <ac:spMkLst>
            <pc:docMk/>
            <pc:sldMk cId="2921168560" sldId="354"/>
            <ac:spMk id="3" creationId="{04D7A2F5-5C72-3E86-DB13-802AAAAC3FE0}"/>
          </ac:spMkLst>
        </pc:spChg>
      </pc:sldChg>
      <pc:sldChg chg="modSp new mod">
        <pc:chgData name="Jatin Verma" userId="2aa75a8a7ced59db" providerId="LiveId" clId="{813F38BF-CEF7-4CE5-BDCD-FBA757EB9176}" dt="2025-03-30T02:29:19.441" v="4111" actId="20577"/>
        <pc:sldMkLst>
          <pc:docMk/>
          <pc:sldMk cId="1539107431" sldId="355"/>
        </pc:sldMkLst>
        <pc:spChg chg="mod">
          <ac:chgData name="Jatin Verma" userId="2aa75a8a7ced59db" providerId="LiveId" clId="{813F38BF-CEF7-4CE5-BDCD-FBA757EB9176}" dt="2025-03-30T02:29:06.080" v="4109"/>
          <ac:spMkLst>
            <pc:docMk/>
            <pc:sldMk cId="1539107431" sldId="355"/>
            <ac:spMk id="2" creationId="{E10683ED-509F-4563-575F-C8FA016BAF5C}"/>
          </ac:spMkLst>
        </pc:spChg>
        <pc:spChg chg="mod">
          <ac:chgData name="Jatin Verma" userId="2aa75a8a7ced59db" providerId="LiveId" clId="{813F38BF-CEF7-4CE5-BDCD-FBA757EB9176}" dt="2025-03-30T02:29:19.441" v="4111" actId="20577"/>
          <ac:spMkLst>
            <pc:docMk/>
            <pc:sldMk cId="1539107431" sldId="355"/>
            <ac:spMk id="3" creationId="{15BCD261-E097-5157-B229-D3B863B48BE6}"/>
          </ac:spMkLst>
        </pc:spChg>
      </pc:sldChg>
      <pc:sldChg chg="addSp modSp new mod">
        <pc:chgData name="Jatin Verma" userId="2aa75a8a7ced59db" providerId="LiveId" clId="{813F38BF-CEF7-4CE5-BDCD-FBA757EB9176}" dt="2025-03-30T02:36:41.208" v="4209" actId="1037"/>
        <pc:sldMkLst>
          <pc:docMk/>
          <pc:sldMk cId="551887570" sldId="356"/>
        </pc:sldMkLst>
        <pc:spChg chg="add mod">
          <ac:chgData name="Jatin Verma" userId="2aa75a8a7ced59db" providerId="LiveId" clId="{813F38BF-CEF7-4CE5-BDCD-FBA757EB9176}" dt="2025-03-30T02:33:19.002" v="4131" actId="122"/>
          <ac:spMkLst>
            <pc:docMk/>
            <pc:sldMk cId="551887570" sldId="356"/>
            <ac:spMk id="6" creationId="{4F163440-1FE2-9E89-7140-BEF77F5CE485}"/>
          </ac:spMkLst>
        </pc:spChg>
        <pc:spChg chg="add mod">
          <ac:chgData name="Jatin Verma" userId="2aa75a8a7ced59db" providerId="LiveId" clId="{813F38BF-CEF7-4CE5-BDCD-FBA757EB9176}" dt="2025-03-30T02:33:39.911" v="4147" actId="20577"/>
          <ac:spMkLst>
            <pc:docMk/>
            <pc:sldMk cId="551887570" sldId="356"/>
            <ac:spMk id="7" creationId="{1358BD44-0A4A-5C91-F727-B5FD2F50A774}"/>
          </ac:spMkLst>
        </pc:spChg>
        <pc:spChg chg="add mod">
          <ac:chgData name="Jatin Verma" userId="2aa75a8a7ced59db" providerId="LiveId" clId="{813F38BF-CEF7-4CE5-BDCD-FBA757EB9176}" dt="2025-03-30T02:34:07.248" v="4149" actId="1076"/>
          <ac:spMkLst>
            <pc:docMk/>
            <pc:sldMk cId="551887570" sldId="356"/>
            <ac:spMk id="8" creationId="{2ADD5CBD-3D04-A375-7CFA-1B99D713AD9E}"/>
          </ac:spMkLst>
        </pc:spChg>
        <pc:spChg chg="add mod">
          <ac:chgData name="Jatin Verma" userId="2aa75a8a7ced59db" providerId="LiveId" clId="{813F38BF-CEF7-4CE5-BDCD-FBA757EB9176}" dt="2025-03-30T02:34:07.248" v="4149" actId="1076"/>
          <ac:spMkLst>
            <pc:docMk/>
            <pc:sldMk cId="551887570" sldId="356"/>
            <ac:spMk id="9" creationId="{D66841C8-4722-AEE6-A0AD-EF53FF7DBF32}"/>
          </ac:spMkLst>
        </pc:spChg>
        <pc:spChg chg="add mod">
          <ac:chgData name="Jatin Verma" userId="2aa75a8a7ced59db" providerId="LiveId" clId="{813F38BF-CEF7-4CE5-BDCD-FBA757EB9176}" dt="2025-03-30T02:35:53.394" v="4160"/>
          <ac:spMkLst>
            <pc:docMk/>
            <pc:sldMk cId="551887570" sldId="356"/>
            <ac:spMk id="11" creationId="{FDA5B82A-764D-2D77-71D3-F347DD1884B1}"/>
          </ac:spMkLst>
        </pc:spChg>
        <pc:spChg chg="add mod">
          <ac:chgData name="Jatin Verma" userId="2aa75a8a7ced59db" providerId="LiveId" clId="{813F38BF-CEF7-4CE5-BDCD-FBA757EB9176}" dt="2025-03-30T02:36:41.208" v="4209" actId="1037"/>
          <ac:spMkLst>
            <pc:docMk/>
            <pc:sldMk cId="551887570" sldId="356"/>
            <ac:spMk id="13" creationId="{8B787845-E032-315D-E351-E9645BDD0659}"/>
          </ac:spMkLst>
        </pc:spChg>
        <pc:picChg chg="add mod">
          <ac:chgData name="Jatin Verma" userId="2aa75a8a7ced59db" providerId="LiveId" clId="{813F38BF-CEF7-4CE5-BDCD-FBA757EB9176}" dt="2025-03-30T02:32:21.598" v="4121" actId="1076"/>
          <ac:picMkLst>
            <pc:docMk/>
            <pc:sldMk cId="551887570" sldId="356"/>
            <ac:picMk id="5" creationId="{10B4D9A0-C682-FFA7-A9F9-464A433E8656}"/>
          </ac:picMkLst>
        </pc:picChg>
      </pc:sldChg>
      <pc:sldChg chg="modSp new mod">
        <pc:chgData name="Jatin Verma" userId="2aa75a8a7ced59db" providerId="LiveId" clId="{813F38BF-CEF7-4CE5-BDCD-FBA757EB9176}" dt="2025-03-30T02:38:54.299" v="4287" actId="1076"/>
        <pc:sldMkLst>
          <pc:docMk/>
          <pc:sldMk cId="3805184" sldId="357"/>
        </pc:sldMkLst>
        <pc:spChg chg="mod">
          <ac:chgData name="Jatin Verma" userId="2aa75a8a7ced59db" providerId="LiveId" clId="{813F38BF-CEF7-4CE5-BDCD-FBA757EB9176}" dt="2025-03-30T02:37:02.897" v="4232" actId="20577"/>
          <ac:spMkLst>
            <pc:docMk/>
            <pc:sldMk cId="3805184" sldId="357"/>
            <ac:spMk id="2" creationId="{A8C65020-629A-6CAC-5B7C-3F6D75975952}"/>
          </ac:spMkLst>
        </pc:spChg>
        <pc:spChg chg="mod">
          <ac:chgData name="Jatin Verma" userId="2aa75a8a7ced59db" providerId="LiveId" clId="{813F38BF-CEF7-4CE5-BDCD-FBA757EB9176}" dt="2025-03-30T02:38:54.299" v="4287" actId="1076"/>
          <ac:spMkLst>
            <pc:docMk/>
            <pc:sldMk cId="3805184" sldId="357"/>
            <ac:spMk id="3" creationId="{6C751FC8-BD45-5830-8098-BAF86674A7C3}"/>
          </ac:spMkLst>
        </pc:spChg>
      </pc:sldChg>
      <pc:sldChg chg="modSp add mod">
        <pc:chgData name="Jatin Verma" userId="2aa75a8a7ced59db" providerId="LiveId" clId="{813F38BF-CEF7-4CE5-BDCD-FBA757EB9176}" dt="2025-03-30T02:40:05.374" v="4349" actId="20577"/>
        <pc:sldMkLst>
          <pc:docMk/>
          <pc:sldMk cId="2262551127" sldId="358"/>
        </pc:sldMkLst>
        <pc:spChg chg="mod">
          <ac:chgData name="Jatin Verma" userId="2aa75a8a7ced59db" providerId="LiveId" clId="{813F38BF-CEF7-4CE5-BDCD-FBA757EB9176}" dt="2025-03-30T02:40:05.374" v="4349" actId="20577"/>
          <ac:spMkLst>
            <pc:docMk/>
            <pc:sldMk cId="2262551127" sldId="358"/>
            <ac:spMk id="3" creationId="{4BF7E849-21CB-375B-22DD-1ED57B931066}"/>
          </ac:spMkLst>
        </pc:spChg>
      </pc:sldChg>
      <pc:sldChg chg="addSp modSp new del mod">
        <pc:chgData name="Jatin Verma" userId="2aa75a8a7ced59db" providerId="LiveId" clId="{813F38BF-CEF7-4CE5-BDCD-FBA757EB9176}" dt="2025-03-30T02:53:40.630" v="4389" actId="2696"/>
        <pc:sldMkLst>
          <pc:docMk/>
          <pc:sldMk cId="2396793638" sldId="359"/>
        </pc:sldMkLst>
        <pc:spChg chg="mod">
          <ac:chgData name="Jatin Verma" userId="2aa75a8a7ced59db" providerId="LiveId" clId="{813F38BF-CEF7-4CE5-BDCD-FBA757EB9176}" dt="2025-03-30T02:50:19.331" v="4381"/>
          <ac:spMkLst>
            <pc:docMk/>
            <pc:sldMk cId="2396793638" sldId="359"/>
            <ac:spMk id="2" creationId="{6543D3C1-011A-5A30-B357-6298C240F180}"/>
          </ac:spMkLst>
        </pc:spChg>
        <pc:spChg chg="mod">
          <ac:chgData name="Jatin Verma" userId="2aa75a8a7ced59db" providerId="LiveId" clId="{813F38BF-CEF7-4CE5-BDCD-FBA757EB9176}" dt="2025-03-30T02:41:37.884" v="4359" actId="20577"/>
          <ac:spMkLst>
            <pc:docMk/>
            <pc:sldMk cId="2396793638" sldId="359"/>
            <ac:spMk id="3" creationId="{DFB79C20-32B4-C89E-5666-AC3BB1827554}"/>
          </ac:spMkLst>
        </pc:spChg>
        <pc:picChg chg="add mod">
          <ac:chgData name="Jatin Verma" userId="2aa75a8a7ced59db" providerId="LiveId" clId="{813F38BF-CEF7-4CE5-BDCD-FBA757EB9176}" dt="2025-03-30T02:50:10.801" v="4380" actId="1076"/>
          <ac:picMkLst>
            <pc:docMk/>
            <pc:sldMk cId="2396793638" sldId="359"/>
            <ac:picMk id="5" creationId="{12914F01-746D-8DE4-0C9F-B2E3B890A72C}"/>
          </ac:picMkLst>
        </pc:picChg>
      </pc:sldChg>
      <pc:sldChg chg="addSp delSp modSp new del mod">
        <pc:chgData name="Jatin Verma" userId="2aa75a8a7ced59db" providerId="LiveId" clId="{813F38BF-CEF7-4CE5-BDCD-FBA757EB9176}" dt="2025-03-30T03:12:58.633" v="4447" actId="2696"/>
        <pc:sldMkLst>
          <pc:docMk/>
          <pc:sldMk cId="4133926368" sldId="360"/>
        </pc:sldMkLst>
        <pc:picChg chg="add del mod modCrop">
          <ac:chgData name="Jatin Verma" userId="2aa75a8a7ced59db" providerId="LiveId" clId="{813F38BF-CEF7-4CE5-BDCD-FBA757EB9176}" dt="2025-03-30T03:12:31.193" v="4446" actId="478"/>
          <ac:picMkLst>
            <pc:docMk/>
            <pc:sldMk cId="4133926368" sldId="360"/>
            <ac:picMk id="5" creationId="{968AC649-1286-DCFC-246D-EE27D9787DF4}"/>
          </ac:picMkLst>
        </pc:picChg>
      </pc:sldChg>
      <pc:sldChg chg="addSp modSp new del mod">
        <pc:chgData name="Jatin Verma" userId="2aa75a8a7ced59db" providerId="LiveId" clId="{813F38BF-CEF7-4CE5-BDCD-FBA757EB9176}" dt="2025-03-30T02:55:14.839" v="4393" actId="2696"/>
        <pc:sldMkLst>
          <pc:docMk/>
          <pc:sldMk cId="1015227460" sldId="361"/>
        </pc:sldMkLst>
        <pc:picChg chg="add mod">
          <ac:chgData name="Jatin Verma" userId="2aa75a8a7ced59db" providerId="LiveId" clId="{813F38BF-CEF7-4CE5-BDCD-FBA757EB9176}" dt="2025-03-30T02:44:53.649" v="4371" actId="1076"/>
          <ac:picMkLst>
            <pc:docMk/>
            <pc:sldMk cId="1015227460" sldId="361"/>
            <ac:picMk id="5" creationId="{CBCE04F9-5BD5-9661-8DD5-8644BDDE8234}"/>
          </ac:picMkLst>
        </pc:picChg>
      </pc:sldChg>
      <pc:sldChg chg="addSp delSp modSp new del mod">
        <pc:chgData name="Jatin Verma" userId="2aa75a8a7ced59db" providerId="LiveId" clId="{813F38BF-CEF7-4CE5-BDCD-FBA757EB9176}" dt="2025-03-30T02:55:59.584" v="4394" actId="2696"/>
        <pc:sldMkLst>
          <pc:docMk/>
          <pc:sldMk cId="60981360" sldId="362"/>
        </pc:sldMkLst>
        <pc:spChg chg="del">
          <ac:chgData name="Jatin Verma" userId="2aa75a8a7ced59db" providerId="LiveId" clId="{813F38BF-CEF7-4CE5-BDCD-FBA757EB9176}" dt="2025-03-30T02:49:09.006" v="4373" actId="931"/>
          <ac:spMkLst>
            <pc:docMk/>
            <pc:sldMk cId="60981360" sldId="362"/>
            <ac:spMk id="3" creationId="{B7A22C61-762B-AEBB-0D15-135FB7C373C3}"/>
          </ac:spMkLst>
        </pc:spChg>
        <pc:picChg chg="add mod">
          <ac:chgData name="Jatin Verma" userId="2aa75a8a7ced59db" providerId="LiveId" clId="{813F38BF-CEF7-4CE5-BDCD-FBA757EB9176}" dt="2025-03-30T02:51:39.041" v="4386" actId="1076"/>
          <ac:picMkLst>
            <pc:docMk/>
            <pc:sldMk cId="60981360" sldId="362"/>
            <ac:picMk id="5" creationId="{12EFF798-AC7B-6CAF-00B7-043BD0892B14}"/>
          </ac:picMkLst>
        </pc:picChg>
      </pc:sldChg>
      <pc:sldChg chg="del">
        <pc:chgData name="Jatin Verma" userId="2aa75a8a7ced59db" providerId="LiveId" clId="{813F38BF-CEF7-4CE5-BDCD-FBA757EB9176}" dt="2025-03-30T02:54:10.226" v="4390"/>
        <pc:sldMkLst>
          <pc:docMk/>
          <pc:sldMk cId="0" sldId="765"/>
        </pc:sldMkLst>
      </pc:sldChg>
      <pc:sldChg chg="add del">
        <pc:chgData name="Jatin Verma" userId="2aa75a8a7ced59db" providerId="LiveId" clId="{813F38BF-CEF7-4CE5-BDCD-FBA757EB9176}" dt="2025-03-30T02:53:35.971" v="4388" actId="2890"/>
        <pc:sldMkLst>
          <pc:docMk/>
          <pc:sldMk cId="249498996" sldId="765"/>
        </pc:sldMkLst>
      </pc:sldChg>
      <pc:sldChg chg="new del">
        <pc:chgData name="Jatin Verma" userId="2aa75a8a7ced59db" providerId="LiveId" clId="{813F38BF-CEF7-4CE5-BDCD-FBA757EB9176}" dt="2025-03-30T02:55:01.953" v="4392" actId="680"/>
        <pc:sldMkLst>
          <pc:docMk/>
          <pc:sldMk cId="3904923490" sldId="766"/>
        </pc:sldMkLst>
      </pc:sldChg>
      <pc:sldChg chg="add">
        <pc:chgData name="Jatin Verma" userId="2aa75a8a7ced59db" providerId="LiveId" clId="{813F38BF-CEF7-4CE5-BDCD-FBA757EB9176}" dt="2025-03-30T03:06:11.768" v="4438"/>
        <pc:sldMkLst>
          <pc:docMk/>
          <pc:sldMk cId="0" sldId="771"/>
        </pc:sldMkLst>
      </pc:sldChg>
      <pc:sldChg chg="del">
        <pc:chgData name="Jatin Verma" userId="2aa75a8a7ced59db" providerId="LiveId" clId="{813F38BF-CEF7-4CE5-BDCD-FBA757EB9176}" dt="2025-03-30T03:07:49.500" v="4439" actId="2696"/>
        <pc:sldMkLst>
          <pc:docMk/>
          <pc:sldMk cId="0" sldId="774"/>
        </pc:sldMkLst>
      </pc:sldChg>
      <pc:sldChg chg="delSp modSp">
        <pc:chgData name="Jatin Verma" userId="2aa75a8a7ced59db" providerId="LiveId" clId="{813F38BF-CEF7-4CE5-BDCD-FBA757EB9176}" dt="2025-03-30T03:09:51.011" v="4444" actId="14100"/>
        <pc:sldMkLst>
          <pc:docMk/>
          <pc:sldMk cId="0" sldId="775"/>
        </pc:sldMkLst>
        <pc:spChg chg="del">
          <ac:chgData name="Jatin Verma" userId="2aa75a8a7ced59db" providerId="LiveId" clId="{813F38BF-CEF7-4CE5-BDCD-FBA757EB9176}" dt="2025-03-30T03:09:47.051" v="4443" actId="478"/>
          <ac:spMkLst>
            <pc:docMk/>
            <pc:sldMk cId="0" sldId="775"/>
            <ac:spMk id="888837" creationId="{C2586749-A949-F5BE-B8FB-6995FC1925B4}"/>
          </ac:spMkLst>
        </pc:spChg>
        <pc:picChg chg="mod">
          <ac:chgData name="Jatin Verma" userId="2aa75a8a7ced59db" providerId="LiveId" clId="{813F38BF-CEF7-4CE5-BDCD-FBA757EB9176}" dt="2025-03-30T03:09:51.011" v="4444" actId="14100"/>
          <ac:picMkLst>
            <pc:docMk/>
            <pc:sldMk cId="0" sldId="775"/>
            <ac:picMk id="888838" creationId="{1FFEEBC6-D7B2-4625-E3A8-D0A837BFE987}"/>
          </ac:picMkLst>
        </pc:picChg>
      </pc:sldChg>
      <pc:sldChg chg="del">
        <pc:chgData name="Jatin Verma" userId="2aa75a8a7ced59db" providerId="LiveId" clId="{813F38BF-CEF7-4CE5-BDCD-FBA757EB9176}" dt="2025-03-30T03:10:10.373" v="4445" actId="2696"/>
        <pc:sldMkLst>
          <pc:docMk/>
          <pc:sldMk cId="0" sldId="776"/>
        </pc:sldMkLst>
      </pc:sldChg>
      <pc:sldChg chg="del">
        <pc:chgData name="Jatin Verma" userId="2aa75a8a7ced59db" providerId="LiveId" clId="{813F38BF-CEF7-4CE5-BDCD-FBA757EB9176}" dt="2025-03-30T03:07:49.500" v="4439" actId="2696"/>
        <pc:sldMkLst>
          <pc:docMk/>
          <pc:sldMk cId="0" sldId="828"/>
        </pc:sldMkLst>
      </pc:sldChg>
      <pc:sldChg chg="del">
        <pc:chgData name="Jatin Verma" userId="2aa75a8a7ced59db" providerId="LiveId" clId="{813F38BF-CEF7-4CE5-BDCD-FBA757EB9176}" dt="2025-03-30T03:07:49.500" v="4439" actId="2696"/>
        <pc:sldMkLst>
          <pc:docMk/>
          <pc:sldMk cId="0" sldId="830"/>
        </pc:sldMkLst>
      </pc:sldChg>
      <pc:sldChg chg="del">
        <pc:chgData name="Jatin Verma" userId="2aa75a8a7ced59db" providerId="LiveId" clId="{813F38BF-CEF7-4CE5-BDCD-FBA757EB9176}" dt="2025-03-30T03:07:49.500" v="4439" actId="2696"/>
        <pc:sldMkLst>
          <pc:docMk/>
          <pc:sldMk cId="0" sldId="831"/>
        </pc:sldMkLst>
      </pc:sldChg>
      <pc:sldChg chg="addSp modSp new mod modClrScheme chgLayout">
        <pc:chgData name="Jatin Verma" userId="2aa75a8a7ced59db" providerId="LiveId" clId="{813F38BF-CEF7-4CE5-BDCD-FBA757EB9176}" dt="2025-03-30T03:17:22.355" v="4482" actId="20577"/>
        <pc:sldMkLst>
          <pc:docMk/>
          <pc:sldMk cId="1072039992" sldId="836"/>
        </pc:sldMkLst>
        <pc:spChg chg="add mod">
          <ac:chgData name="Jatin Verma" userId="2aa75a8a7ced59db" providerId="LiveId" clId="{813F38BF-CEF7-4CE5-BDCD-FBA757EB9176}" dt="2025-03-30T03:17:22.355" v="4482" actId="20577"/>
          <ac:spMkLst>
            <pc:docMk/>
            <pc:sldMk cId="1072039992" sldId="836"/>
            <ac:spMk id="2" creationId="{B03EAE62-CAAE-DCA0-AA31-E9737271627A}"/>
          </ac:spMkLst>
        </pc:spChg>
        <pc:spChg chg="add mod">
          <ac:chgData name="Jatin Verma" userId="2aa75a8a7ced59db" providerId="LiveId" clId="{813F38BF-CEF7-4CE5-BDCD-FBA757EB9176}" dt="2025-03-30T03:03:25.510" v="4437" actId="27636"/>
          <ac:spMkLst>
            <pc:docMk/>
            <pc:sldMk cId="1072039992" sldId="836"/>
            <ac:spMk id="3" creationId="{0DFF866E-2F39-5945-A5C5-891954363943}"/>
          </ac:spMkLst>
        </pc:spChg>
      </pc:sldChg>
      <pc:sldChg chg="addSp modSp add mod">
        <pc:chgData name="Jatin Verma" userId="2aa75a8a7ced59db" providerId="LiveId" clId="{813F38BF-CEF7-4CE5-BDCD-FBA757EB9176}" dt="2025-03-30T03:17:30.169" v="4500" actId="20577"/>
        <pc:sldMkLst>
          <pc:docMk/>
          <pc:sldMk cId="2326888881" sldId="837"/>
        </pc:sldMkLst>
        <pc:spChg chg="mod">
          <ac:chgData name="Jatin Verma" userId="2aa75a8a7ced59db" providerId="LiveId" clId="{813F38BF-CEF7-4CE5-BDCD-FBA757EB9176}" dt="2025-03-30T03:17:30.169" v="4500" actId="20577"/>
          <ac:spMkLst>
            <pc:docMk/>
            <pc:sldMk cId="2326888881" sldId="837"/>
            <ac:spMk id="2" creationId="{18DF4705-0E13-5C24-0727-D823AE3768D9}"/>
          </ac:spMkLst>
        </pc:spChg>
        <pc:spChg chg="mod">
          <ac:chgData name="Jatin Verma" userId="2aa75a8a7ced59db" providerId="LiveId" clId="{813F38BF-CEF7-4CE5-BDCD-FBA757EB9176}" dt="2025-03-30T03:03:02.996" v="4423" actId="123"/>
          <ac:spMkLst>
            <pc:docMk/>
            <pc:sldMk cId="2326888881" sldId="837"/>
            <ac:spMk id="3" creationId="{0206F615-B4B9-4860-56DA-16A63A34A6E4}"/>
          </ac:spMkLst>
        </pc:spChg>
        <pc:spChg chg="add">
          <ac:chgData name="Jatin Verma" userId="2aa75a8a7ced59db" providerId="LiveId" clId="{813F38BF-CEF7-4CE5-BDCD-FBA757EB9176}" dt="2025-03-30T03:02:31.145" v="4415"/>
          <ac:spMkLst>
            <pc:docMk/>
            <pc:sldMk cId="2326888881" sldId="837"/>
            <ac:spMk id="4" creationId="{FBC072A1-27B1-FD67-899F-641F205043A7}"/>
          </ac:spMkLst>
        </pc:spChg>
      </pc:sldChg>
      <pc:sldChg chg="addSp delSp modSp add mod">
        <pc:chgData name="Jatin Verma" userId="2aa75a8a7ced59db" providerId="LiveId" clId="{813F38BF-CEF7-4CE5-BDCD-FBA757EB9176}" dt="2025-03-30T03:18:03.262" v="4505" actId="20577"/>
        <pc:sldMkLst>
          <pc:docMk/>
          <pc:sldMk cId="1869561494" sldId="839"/>
        </pc:sldMkLst>
        <pc:spChg chg="mod">
          <ac:chgData name="Jatin Verma" userId="2aa75a8a7ced59db" providerId="LiveId" clId="{813F38BF-CEF7-4CE5-BDCD-FBA757EB9176}" dt="2025-03-30T03:16:43.839" v="4453" actId="20577"/>
          <ac:spMkLst>
            <pc:docMk/>
            <pc:sldMk cId="1869561494" sldId="839"/>
            <ac:spMk id="2" creationId="{3DB3F4A2-8FE8-A02B-62B8-97429DDAF656}"/>
          </ac:spMkLst>
        </pc:spChg>
        <pc:spChg chg="add del mod">
          <ac:chgData name="Jatin Verma" userId="2aa75a8a7ced59db" providerId="LiveId" clId="{813F38BF-CEF7-4CE5-BDCD-FBA757EB9176}" dt="2025-03-30T03:18:03.262" v="4505" actId="20577"/>
          <ac:spMkLst>
            <pc:docMk/>
            <pc:sldMk cId="1869561494" sldId="839"/>
            <ac:spMk id="3" creationId="{92BF9A05-7399-0E17-5F00-EB3913C85EE4}"/>
          </ac:spMkLst>
        </pc:spChg>
        <pc:spChg chg="add mod">
          <ac:chgData name="Jatin Verma" userId="2aa75a8a7ced59db" providerId="LiveId" clId="{813F38BF-CEF7-4CE5-BDCD-FBA757EB9176}" dt="2025-03-30T03:17:00.178" v="4455"/>
          <ac:spMkLst>
            <pc:docMk/>
            <pc:sldMk cId="1869561494" sldId="839"/>
            <ac:spMk id="4" creationId="{92FA088B-8B6A-CC6D-9916-FF20111758B1}"/>
          </ac:spMkLst>
        </pc:spChg>
        <pc:spChg chg="add">
          <ac:chgData name="Jatin Verma" userId="2aa75a8a7ced59db" providerId="LiveId" clId="{813F38BF-CEF7-4CE5-BDCD-FBA757EB9176}" dt="2025-03-30T03:17:56.182" v="4502"/>
          <ac:spMkLst>
            <pc:docMk/>
            <pc:sldMk cId="1869561494" sldId="839"/>
            <ac:spMk id="5" creationId="{6EE467FA-2CA9-899B-1666-FAF9C534512D}"/>
          </ac:spMkLst>
        </pc:spChg>
      </pc:sldChg>
      <pc:sldChg chg="modSp add mod">
        <pc:chgData name="Jatin Verma" userId="2aa75a8a7ced59db" providerId="LiveId" clId="{813F38BF-CEF7-4CE5-BDCD-FBA757EB9176}" dt="2025-03-30T03:20:10.403" v="4544" actId="20577"/>
        <pc:sldMkLst>
          <pc:docMk/>
          <pc:sldMk cId="68347503" sldId="840"/>
        </pc:sldMkLst>
        <pc:spChg chg="mod">
          <ac:chgData name="Jatin Verma" userId="2aa75a8a7ced59db" providerId="LiveId" clId="{813F38BF-CEF7-4CE5-BDCD-FBA757EB9176}" dt="2025-03-30T03:20:10.403" v="4544" actId="20577"/>
          <ac:spMkLst>
            <pc:docMk/>
            <pc:sldMk cId="68347503" sldId="840"/>
            <ac:spMk id="3" creationId="{D350CA81-AD06-D867-F302-C3E2AB3A8ADA}"/>
          </ac:spMkLst>
        </pc:spChg>
      </pc:sldChg>
      <pc:sldChg chg="del">
        <pc:chgData name="Jatin Verma" userId="2aa75a8a7ced59db" providerId="LiveId" clId="{813F38BF-CEF7-4CE5-BDCD-FBA757EB9176}" dt="2025-03-30T03:07:49.500" v="4439" actId="2696"/>
        <pc:sldMkLst>
          <pc:docMk/>
          <pc:sldMk cId="0" sldId="841"/>
        </pc:sldMkLst>
      </pc:sldChg>
      <pc:sldChg chg="addSp delSp modSp add mod">
        <pc:chgData name="Jatin Verma" userId="2aa75a8a7ced59db" providerId="LiveId" clId="{813F38BF-CEF7-4CE5-BDCD-FBA757EB9176}" dt="2025-03-30T03:21:18.554" v="4553" actId="20577"/>
        <pc:sldMkLst>
          <pc:docMk/>
          <pc:sldMk cId="1611771943" sldId="841"/>
        </pc:sldMkLst>
        <pc:spChg chg="add del mod">
          <ac:chgData name="Jatin Verma" userId="2aa75a8a7ced59db" providerId="LiveId" clId="{813F38BF-CEF7-4CE5-BDCD-FBA757EB9176}" dt="2025-03-30T03:21:18.554" v="4553" actId="20577"/>
          <ac:spMkLst>
            <pc:docMk/>
            <pc:sldMk cId="1611771943" sldId="841"/>
            <ac:spMk id="3" creationId="{0DB91BB5-F48A-7A4F-50D4-10528706184A}"/>
          </ac:spMkLst>
        </pc:spChg>
        <pc:spChg chg="add mod">
          <ac:chgData name="Jatin Verma" userId="2aa75a8a7ced59db" providerId="LiveId" clId="{813F38BF-CEF7-4CE5-BDCD-FBA757EB9176}" dt="2025-03-30T03:21:08.782" v="4549"/>
          <ac:spMkLst>
            <pc:docMk/>
            <pc:sldMk cId="1611771943" sldId="841"/>
            <ac:spMk id="4" creationId="{63FEC4C4-A337-4CBD-3DA5-2580A216B49B}"/>
          </ac:spMkLst>
        </pc:spChg>
      </pc:sldChg>
      <pc:sldChg chg="del">
        <pc:chgData name="Jatin Verma" userId="2aa75a8a7ced59db" providerId="LiveId" clId="{813F38BF-CEF7-4CE5-BDCD-FBA757EB9176}" dt="2025-03-30T03:07:49.500" v="4439" actId="2696"/>
        <pc:sldMkLst>
          <pc:docMk/>
          <pc:sldMk cId="0" sldId="842"/>
        </pc:sldMkLst>
      </pc:sldChg>
      <pc:sldChg chg="del">
        <pc:chgData name="Jatin Verma" userId="2aa75a8a7ced59db" providerId="LiveId" clId="{813F38BF-CEF7-4CE5-BDCD-FBA757EB9176}" dt="2025-03-30T03:07:49.500" v="4439" actId="2696"/>
        <pc:sldMkLst>
          <pc:docMk/>
          <pc:sldMk cId="0" sldId="843"/>
        </pc:sldMkLst>
      </pc:sldChg>
      <pc:sldChg chg="del">
        <pc:chgData name="Jatin Verma" userId="2aa75a8a7ced59db" providerId="LiveId" clId="{813F38BF-CEF7-4CE5-BDCD-FBA757EB9176}" dt="2025-03-30T03:07:49.500" v="4439" actId="2696"/>
        <pc:sldMkLst>
          <pc:docMk/>
          <pc:sldMk cId="0" sldId="847"/>
        </pc:sldMkLst>
      </pc:sldChg>
      <pc:sldChg chg="del">
        <pc:chgData name="Jatin Verma" userId="2aa75a8a7ced59db" providerId="LiveId" clId="{813F38BF-CEF7-4CE5-BDCD-FBA757EB9176}" dt="2025-03-30T03:07:49.500" v="4439" actId="2696"/>
        <pc:sldMkLst>
          <pc:docMk/>
          <pc:sldMk cId="0" sldId="848"/>
        </pc:sldMkLst>
      </pc:sldChg>
      <pc:sldChg chg="del">
        <pc:chgData name="Jatin Verma" userId="2aa75a8a7ced59db" providerId="LiveId" clId="{813F38BF-CEF7-4CE5-BDCD-FBA757EB9176}" dt="2025-03-30T03:07:49.500" v="4439" actId="2696"/>
        <pc:sldMkLst>
          <pc:docMk/>
          <pc:sldMk cId="0" sldId="849"/>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9T18:25:54.451"/>
    </inkml:context>
    <inkml:brush xml:id="br0">
      <inkml:brushProperty name="width" value="0.035" units="cm"/>
      <inkml:brushProperty name="height" value="0.035" units="cm"/>
      <inkml:brushProperty name="color" value="#E71224"/>
    </inkml:brush>
  </inkml:definitions>
  <inkml:trace contextRef="#ctx0" brushRef="#br0">0 109 24575,'990'0'0,"-973"-1"0,-1-1 0,1-1 0,-1 0 0,0-1 0,27-11 0,-24 8 0,0 1 0,1 1 0,24-4 0,176-21 0,-148 12-1365,-53 13-5461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9T18:25:44.331"/>
    </inkml:context>
    <inkml:brush xml:id="br0">
      <inkml:brushProperty name="width" value="0.035" units="cm"/>
      <inkml:brushProperty name="height" value="0.035" units="cm"/>
      <inkml:brushProperty name="color" value="#E71224"/>
    </inkml:brush>
  </inkml:definitions>
  <inkml:trace contextRef="#ctx0" brushRef="#br0">0 18 24575,'763'0'0,"-734"1"0,-1 2 0,32 7 0,-29-4 0,47 3 0,262-10 0,-319 0 0,0-2 0,38-7 0,-37 5 0,1 1 0,27-2 0,-38 6-273,0-1 0,0-1 0,0 0 0,12-4 0,-6 0-6553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9T18:25:47.087"/>
    </inkml:context>
    <inkml:brush xml:id="br0">
      <inkml:brushProperty name="width" value="0.035" units="cm"/>
      <inkml:brushProperty name="height" value="0.035" units="cm"/>
      <inkml:brushProperty name="color" value="#E71224"/>
    </inkml:brush>
  </inkml:definitions>
  <inkml:trace contextRef="#ctx0" brushRef="#br0">1 172 24575,'623'0'0,"-603"-2"0,-1-1 0,0-1 0,-1 0 0,1-2 0,-1 0 0,0-1 0,18-9 0,-11 5 0,44-20 0,64-24 0,-114 48 0,0 2 0,1 0 0,-1 2 0,1 0 0,24 0 0,436 5-1365,-456-2-5461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9T18:25:49.144"/>
    </inkml:context>
    <inkml:brush xml:id="br0">
      <inkml:brushProperty name="width" value="0.035" units="cm"/>
      <inkml:brushProperty name="height" value="0.035" units="cm"/>
      <inkml:brushProperty name="color" value="#E71224"/>
    </inkml:brush>
  </inkml:definitions>
  <inkml:trace contextRef="#ctx0" brushRef="#br0">0 1 24575,'46'2'0,"-1"3"0,75 16 0,-69-10 0,86 6 0,89 12 0,-28-3 0,185-21 0,-205-8 0,-145 3 0,-3 1 0,58-7 0,-77 4 0,-1 0 0,1-1 0,0 0 0,-1-1 0,0 0 0,0-1 0,0 0 0,17-12 0,-20 13-273,0-1 0,0 2 0,1-1 0,7-2 0,8-2-6553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9T18:25:51.024"/>
    </inkml:context>
    <inkml:brush xml:id="br0">
      <inkml:brushProperty name="width" value="0.035" units="cm"/>
      <inkml:brushProperty name="height" value="0.035" units="cm"/>
      <inkml:brushProperty name="color" value="#E71224"/>
    </inkml:brush>
  </inkml:definitions>
  <inkml:trace contextRef="#ctx0" brushRef="#br0">1 56 24575,'33'2'0,"50"8"0,-5 0 0,450-2 0,-315-10 0,-164 3 0,-25 0 0,0 0 0,0-2 0,0-1 0,44-9 0,-42 6 0,0 0 0,0 2 0,40-1 0,-35 3 0,59-9 0,108-26 0,-171 31-1365,-3 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9T18:26:06.980"/>
    </inkml:context>
    <inkml:brush xml:id="br0">
      <inkml:brushProperty name="width" value="0.035" units="cm"/>
      <inkml:brushProperty name="height" value="0.035" units="cm"/>
      <inkml:brushProperty name="color" value="#E71224"/>
    </inkml:brush>
  </inkml:definitions>
  <inkml:trace contextRef="#ctx0" brushRef="#br0">1 1 24575,'0'341'0,"1"-320"0,1 0 0,9 37 0,-6-35 0,-1 0 0,1 28 0,-3 558 0,-4-294 0,2 821-1365,0-1112-5461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9T18:26:13.508"/>
    </inkml:context>
    <inkml:brush xml:id="br0">
      <inkml:brushProperty name="width" value="0.035" units="cm"/>
      <inkml:brushProperty name="height" value="0.035" units="cm"/>
      <inkml:brushProperty name="color" value="#E71224"/>
    </inkml:brush>
  </inkml:definitions>
  <inkml:trace contextRef="#ctx0" brushRef="#br0">1 1 24575,'3'73'0,"22"122"0,4 46 0,-23-159 0,24 117 0,-21-150 0,-2 11 0,0 117 0,1 24 0,8-86 0,-2-23 0,3 127 0,-19 676-1365,2-871-5461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19T18:26:16.777"/>
    </inkml:context>
    <inkml:brush xml:id="br0">
      <inkml:brushProperty name="width" value="0.035" units="cm"/>
      <inkml:brushProperty name="height" value="0.035" units="cm"/>
      <inkml:brushProperty name="color" value="#E71224"/>
    </inkml:brush>
  </inkml:definitions>
  <inkml:trace contextRef="#ctx0" brushRef="#br0">0 0 24575,'0'1701'-1365,"0"-1670"-5461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C5ACAC-87E9-482B-ABD3-D6FC3F676E7B}" type="datetimeFigureOut">
              <a:rPr lang="en-IN" smtClean="0"/>
              <a:t>29-03-2025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C8DCE6-162A-485C-B9B3-058CA491A873}" type="slidenum">
              <a:rPr lang="en-IN" smtClean="0"/>
              <a:t>‹#›</a:t>
            </a:fld>
            <a:endParaRPr lang="en-IN"/>
          </a:p>
        </p:txBody>
      </p:sp>
    </p:spTree>
    <p:extLst>
      <p:ext uri="{BB962C8B-B14F-4D97-AF65-F5344CB8AC3E}">
        <p14:creationId xmlns:p14="http://schemas.microsoft.com/office/powerpoint/2010/main" val="1322876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16</a:t>
            </a:fld>
            <a:endParaRPr lang="en-IN"/>
          </a:p>
        </p:txBody>
      </p:sp>
    </p:spTree>
    <p:extLst>
      <p:ext uri="{BB962C8B-B14F-4D97-AF65-F5344CB8AC3E}">
        <p14:creationId xmlns:p14="http://schemas.microsoft.com/office/powerpoint/2010/main" val="803747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pattern is a flag byte. When ever the sender’s data link layer encounters five consecutive 1s in the data, it automatically stuffs a 0 bit into the outgoing bit stream. This bit stuffing is anal </a:t>
            </a:r>
            <a:r>
              <a:rPr lang="en-US" dirty="0" err="1"/>
              <a:t>ogous</a:t>
            </a:r>
            <a:r>
              <a:rPr lang="en-US" dirty="0"/>
              <a:t> to byte stuffing, in which an escape byte is stuffed into the outgoing </a:t>
            </a:r>
            <a:r>
              <a:rPr lang="en-US" dirty="0" err="1"/>
              <a:t>charac</a:t>
            </a:r>
            <a:r>
              <a:rPr lang="en-US" dirty="0"/>
              <a:t> </a:t>
            </a:r>
            <a:r>
              <a:rPr lang="en-US" dirty="0" err="1"/>
              <a:t>ter</a:t>
            </a:r>
            <a:r>
              <a:rPr lang="en-US" dirty="0"/>
              <a:t> stream before a flag byte in the data. It also ensures a minimum density of transitions that help the physical layer maintain synchronization. USB (Universal Serial Bus) uses bit stuffing for this reason. When the receiver sees five consecutive incoming 1 bits, followed by a 0 bit, it automatically destuffs (i.e., deletes) the 0 bit. Just as byte stuffing is completely transparent to the network layer in both computers, so is bit stuffing. If the user data contain the flag pattern, 01111110, this flag is transmitted as 011111010 but stored in the receiver’s memory as 01111110. Figure 3-5 gives an example of bit stuffing. With bit stuffing, the boundary between two frames can be unambiguously recognized by the flag pattern. Thus, if the receiver loses track of where it is, all it has to do is scan the input for flag sequences, since they can only occur at frame boundaries and never within the data</a:t>
            </a:r>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17</a:t>
            </a:fld>
            <a:endParaRPr lang="en-IN"/>
          </a:p>
        </p:txBody>
      </p:sp>
    </p:spTree>
    <p:extLst>
      <p:ext uri="{BB962C8B-B14F-4D97-AF65-F5344CB8AC3E}">
        <p14:creationId xmlns:p14="http://schemas.microsoft.com/office/powerpoint/2010/main" val="684856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33</a:t>
            </a:fld>
            <a:endParaRPr lang="en-IN"/>
          </a:p>
        </p:txBody>
      </p:sp>
    </p:spTree>
    <p:extLst>
      <p:ext uri="{BB962C8B-B14F-4D97-AF65-F5344CB8AC3E}">
        <p14:creationId xmlns:p14="http://schemas.microsoft.com/office/powerpoint/2010/main" val="3060878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block code, the r check bits are computed solely as a function of the m data bits with which they are associated, as though the m bits were looked up in a large table to find their corresponding r check bits. In a systematic code, the m data bits are sent directly, along with the check bits, rather than being encoded themselves be fore they are sent. In a linear code, the r check bits are computed as a linear function of the m data bits. Exclusive OR (XOR) or modulo 2 addition is </a:t>
            </a:r>
            <a:r>
              <a:rPr lang="en-US"/>
              <a:t>a popular </a:t>
            </a:r>
            <a:r>
              <a:rPr lang="en-US" dirty="0"/>
              <a:t>choice. This means that encoding can be done with operations such as matrix multiplications or simple logic circuits. The codes we will look at in this section are linear, systematic block codes unless otherwise noted.</a:t>
            </a:r>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36</a:t>
            </a:fld>
            <a:endParaRPr lang="en-IN"/>
          </a:p>
        </p:txBody>
      </p:sp>
    </p:spTree>
    <p:extLst>
      <p:ext uri="{BB962C8B-B14F-4D97-AF65-F5344CB8AC3E}">
        <p14:creationId xmlns:p14="http://schemas.microsoft.com/office/powerpoint/2010/main" val="3818329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how errors can be handled, it is necessary to first look closely at what an error really is. Given any two codewords that may be transmitted or received—say, 10001001 and 10110001—it is possible to determine how many </a:t>
            </a:r>
            <a:r>
              <a:rPr lang="en-IN" dirty="0"/>
              <a:t>corresponding bits differ. In this case, 3 bits differ. </a:t>
            </a:r>
            <a:r>
              <a:rPr lang="en-US" dirty="0"/>
              <a:t>The number of bit positions in which two code words differ is called the Hamming distance. </a:t>
            </a:r>
            <a:r>
              <a:rPr lang="en-IN" dirty="0"/>
              <a:t>all 2m possible data messages are legal, but due to the way the check bits are computed, not all of the 2n possible code words are used. </a:t>
            </a:r>
            <a:r>
              <a:rPr lang="en-IN" dirty="0" err="1"/>
              <a:t>Infact</a:t>
            </a:r>
            <a:r>
              <a:rPr lang="en-IN" dirty="0"/>
              <a:t>, when there are r check bits, only the small fraction of 2m/2n or 1/2r of the possible messages will be legal codewords. </a:t>
            </a:r>
          </a:p>
        </p:txBody>
      </p:sp>
      <p:sp>
        <p:nvSpPr>
          <p:cNvPr id="4" name="Slide Number Placeholder 3"/>
          <p:cNvSpPr>
            <a:spLocks noGrp="1"/>
          </p:cNvSpPr>
          <p:nvPr>
            <p:ph type="sldNum" sz="quarter" idx="5"/>
          </p:nvPr>
        </p:nvSpPr>
        <p:spPr/>
        <p:txBody>
          <a:bodyPr/>
          <a:lstStyle/>
          <a:p>
            <a:fld id="{B9C8DCE6-162A-485C-B9B3-058CA491A873}" type="slidenum">
              <a:rPr lang="en-IN" smtClean="0"/>
              <a:t>38</a:t>
            </a:fld>
            <a:endParaRPr lang="en-IN"/>
          </a:p>
        </p:txBody>
      </p:sp>
    </p:spTree>
    <p:extLst>
      <p:ext uri="{BB962C8B-B14F-4D97-AF65-F5344CB8AC3E}">
        <p14:creationId xmlns:p14="http://schemas.microsoft.com/office/powerpoint/2010/main" val="604192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Here we, expect that error of one or two bits only.</a:t>
            </a:r>
            <a:r>
              <a:rPr lang="en-US" dirty="0"/>
              <a:t> the task of decoding by finding the legal codeword that is  closest to the received codeword can be done by inspection. Unfortunately, in the</a:t>
            </a:r>
          </a:p>
          <a:p>
            <a:r>
              <a:rPr lang="en-US" dirty="0"/>
              <a:t> most general case where all codewords need to be evaluated as candidates, this  task can be a time-consuming search. Instead, practical codes are designed so that  they admit shortcuts to find what was likely the original codeword.</a:t>
            </a:r>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40</a:t>
            </a:fld>
            <a:endParaRPr lang="en-IN"/>
          </a:p>
        </p:txBody>
      </p:sp>
    </p:spTree>
    <p:extLst>
      <p:ext uri="{BB962C8B-B14F-4D97-AF65-F5344CB8AC3E}">
        <p14:creationId xmlns:p14="http://schemas.microsoft.com/office/powerpoint/2010/main" val="1072664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Check error from error syndrome </a:t>
            </a:r>
          </a:p>
        </p:txBody>
      </p:sp>
      <p:sp>
        <p:nvSpPr>
          <p:cNvPr id="4" name="Slide Number Placeholder 3"/>
          <p:cNvSpPr>
            <a:spLocks noGrp="1"/>
          </p:cNvSpPr>
          <p:nvPr>
            <p:ph type="sldNum" sz="quarter" idx="5"/>
          </p:nvPr>
        </p:nvSpPr>
        <p:spPr/>
        <p:txBody>
          <a:bodyPr/>
          <a:lstStyle/>
          <a:p>
            <a:fld id="{B9C8DCE6-162A-485C-B9B3-058CA491A873}" type="slidenum">
              <a:rPr lang="en-IN" smtClean="0"/>
              <a:t>41</a:t>
            </a:fld>
            <a:endParaRPr lang="en-IN"/>
          </a:p>
        </p:txBody>
      </p:sp>
    </p:spTree>
    <p:extLst>
      <p:ext uri="{BB962C8B-B14F-4D97-AF65-F5344CB8AC3E}">
        <p14:creationId xmlns:p14="http://schemas.microsoft.com/office/powerpoint/2010/main" val="4288513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42</a:t>
            </a:fld>
            <a:endParaRPr lang="en-IN"/>
          </a:p>
        </p:txBody>
      </p:sp>
    </p:spTree>
    <p:extLst>
      <p:ext uri="{BB962C8B-B14F-4D97-AF65-F5344CB8AC3E}">
        <p14:creationId xmlns:p14="http://schemas.microsoft.com/office/powerpoint/2010/main" val="3688834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small values of k, this is done with a widely used algorithm developed by Viterbi (Forney, 1973). </a:t>
            </a:r>
          </a:p>
          <a:p>
            <a:r>
              <a:rPr lang="en-US" dirty="0"/>
              <a:t>Convolutional codes have been popular in practice because it is easy to factor the uncertainty of a bit being a 0 or a 1 into the decoding. For example, suppose −1V is the logical 0 level and +1V is the logical 1 level, we might receive 0.9V and −0.1V for 2 bits. Instead of mapping these signals to 1 and 0 right away, we would like to treat 0.9V as ‘‘very likely a 1’’ and −0.1V as ‘‘maybe a 0’’ and correct the sequence as a whole. Extensions of the Viterbi algorithm can work with these uncertainties to provide stronger error correction. This approach of working with the uncertainty of a bit is called soft-decision decoding. Conversely, </a:t>
            </a:r>
            <a:r>
              <a:rPr lang="en-US" dirty="0" err="1"/>
              <a:t>decid</a:t>
            </a:r>
            <a:r>
              <a:rPr lang="en-US" dirty="0"/>
              <a:t> </a:t>
            </a:r>
            <a:r>
              <a:rPr lang="en-US" dirty="0" err="1"/>
              <a:t>ing</a:t>
            </a:r>
            <a:r>
              <a:rPr lang="en-US" dirty="0"/>
              <a:t> whether each bit is a 0 or a 1 before subsequent error correction is called hard-decision decoding.</a:t>
            </a:r>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45</a:t>
            </a:fld>
            <a:endParaRPr lang="en-IN"/>
          </a:p>
        </p:txBody>
      </p:sp>
    </p:spTree>
    <p:extLst>
      <p:ext uri="{BB962C8B-B14F-4D97-AF65-F5344CB8AC3E}">
        <p14:creationId xmlns:p14="http://schemas.microsoft.com/office/powerpoint/2010/main" val="13564595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51</a:t>
            </a:fld>
            <a:endParaRPr lang="en-IN"/>
          </a:p>
        </p:txBody>
      </p:sp>
    </p:spTree>
    <p:extLst>
      <p:ext uri="{BB962C8B-B14F-4D97-AF65-F5344CB8AC3E}">
        <p14:creationId xmlns:p14="http://schemas.microsoft.com/office/powerpoint/2010/main" val="3198090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52</a:t>
            </a:fld>
            <a:endParaRPr lang="en-IN"/>
          </a:p>
        </p:txBody>
      </p:sp>
    </p:spTree>
    <p:extLst>
      <p:ext uri="{BB962C8B-B14F-4D97-AF65-F5344CB8AC3E}">
        <p14:creationId xmlns:p14="http://schemas.microsoft.com/office/powerpoint/2010/main" val="25446418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compute the parity bits over the data in a different order than the order in which the data bits are transmitted. we will compute a parity bit for each of the n columns and send all the data bits as k rows, sending the rows from top to bottom and the bits in each row from left to right in the usual manner. </a:t>
            </a:r>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54</a:t>
            </a:fld>
            <a:endParaRPr lang="en-IN"/>
          </a:p>
        </p:txBody>
      </p:sp>
    </p:spTree>
    <p:extLst>
      <p:ext uri="{BB962C8B-B14F-4D97-AF65-F5344CB8AC3E}">
        <p14:creationId xmlns:p14="http://schemas.microsoft.com/office/powerpoint/2010/main" val="18331212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59</a:t>
            </a:fld>
            <a:endParaRPr lang="en-IN"/>
          </a:p>
        </p:txBody>
      </p:sp>
    </p:spTree>
    <p:extLst>
      <p:ext uri="{BB962C8B-B14F-4D97-AF65-F5344CB8AC3E}">
        <p14:creationId xmlns:p14="http://schemas.microsoft.com/office/powerpoint/2010/main" val="33526670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does not have carries for addition or borrows for subtraction. Both addition and subtraction are identical to exclusive OR. Long division is carried out in exactly the same way as it is in binary except that the subtraction is again done modulo 2. A divisor is said ‘‘to go into’’ a dividend if the dividend has as many bits as the divisor.</a:t>
            </a:r>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60</a:t>
            </a:fld>
            <a:endParaRPr lang="en-IN"/>
          </a:p>
        </p:txBody>
      </p:sp>
    </p:spTree>
    <p:extLst>
      <p:ext uri="{BB962C8B-B14F-4D97-AF65-F5344CB8AC3E}">
        <p14:creationId xmlns:p14="http://schemas.microsoft.com/office/powerpoint/2010/main" val="4139491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E34ED-F777-6377-A5F2-AAADBEE91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D65C1-CBCD-1288-84FF-441B183D3D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5D574-4D4D-3DC3-0C75-1181099B458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6B35EB-FA71-09D6-771F-9D579A9F19B7}"/>
              </a:ext>
            </a:extLst>
          </p:cNvPr>
          <p:cNvSpPr>
            <a:spLocks noGrp="1"/>
          </p:cNvSpPr>
          <p:nvPr>
            <p:ph type="sldNum" sz="quarter" idx="5"/>
          </p:nvPr>
        </p:nvSpPr>
        <p:spPr/>
        <p:txBody>
          <a:bodyPr/>
          <a:lstStyle/>
          <a:p>
            <a:fld id="{B9C8DCE6-162A-485C-B9B3-058CA491A873}" type="slidenum">
              <a:rPr lang="en-IN" smtClean="0"/>
              <a:t>61</a:t>
            </a:fld>
            <a:endParaRPr lang="en-IN"/>
          </a:p>
        </p:txBody>
      </p:sp>
    </p:spTree>
    <p:extLst>
      <p:ext uri="{BB962C8B-B14F-4D97-AF65-F5344CB8AC3E}">
        <p14:creationId xmlns:p14="http://schemas.microsoft.com/office/powerpoint/2010/main" val="37222364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66</a:t>
            </a:fld>
            <a:endParaRPr lang="en-IN"/>
          </a:p>
        </p:txBody>
      </p:sp>
    </p:spTree>
    <p:extLst>
      <p:ext uri="{BB962C8B-B14F-4D97-AF65-F5344CB8AC3E}">
        <p14:creationId xmlns:p14="http://schemas.microsoft.com/office/powerpoint/2010/main" val="1340305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DB8A6-B14E-5026-F1EA-6DC8015E88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719CBB-CC5E-5B40-F3D0-D54E8D844D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C1ECD3-687D-075B-210F-D0F2869BAD8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EC29C3E-35F0-D730-73F9-2B0065E2F90A}"/>
              </a:ext>
            </a:extLst>
          </p:cNvPr>
          <p:cNvSpPr>
            <a:spLocks noGrp="1"/>
          </p:cNvSpPr>
          <p:nvPr>
            <p:ph type="sldNum" sz="quarter" idx="5"/>
          </p:nvPr>
        </p:nvSpPr>
        <p:spPr/>
        <p:txBody>
          <a:bodyPr/>
          <a:lstStyle/>
          <a:p>
            <a:fld id="{B9C8DCE6-162A-485C-B9B3-058CA491A873}" type="slidenum">
              <a:rPr lang="en-IN" smtClean="0"/>
              <a:t>67</a:t>
            </a:fld>
            <a:endParaRPr lang="en-IN"/>
          </a:p>
        </p:txBody>
      </p:sp>
    </p:spTree>
    <p:extLst>
      <p:ext uri="{BB962C8B-B14F-4D97-AF65-F5344CB8AC3E}">
        <p14:creationId xmlns:p14="http://schemas.microsoft.com/office/powerpoint/2010/main" val="523840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09B0B-FEDE-2B5E-21B5-ADBD6153A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40A55E-0B6A-A273-94DE-B2957A84A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87FE5-D957-45CF-D7ED-5E6811FFC37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C37CF39-1637-B6C2-5E77-9D247ECACFEA}"/>
              </a:ext>
            </a:extLst>
          </p:cNvPr>
          <p:cNvSpPr>
            <a:spLocks noGrp="1"/>
          </p:cNvSpPr>
          <p:nvPr>
            <p:ph type="sldNum" sz="quarter" idx="5"/>
          </p:nvPr>
        </p:nvSpPr>
        <p:spPr/>
        <p:txBody>
          <a:bodyPr/>
          <a:lstStyle/>
          <a:p>
            <a:fld id="{B9C8DCE6-162A-485C-B9B3-058CA491A873}" type="slidenum">
              <a:rPr lang="en-IN" smtClean="0"/>
              <a:t>68</a:t>
            </a:fld>
            <a:endParaRPr lang="en-IN"/>
          </a:p>
        </p:txBody>
      </p:sp>
    </p:spTree>
    <p:extLst>
      <p:ext uri="{BB962C8B-B14F-4D97-AF65-F5344CB8AC3E}">
        <p14:creationId xmlns:p14="http://schemas.microsoft.com/office/powerpoint/2010/main" val="41248571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70029-EC9C-808B-33FB-9A4CDC0D2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53D81C-F6E6-08BD-340D-ABD62E1838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04E3F8-02A0-93A0-346B-6203A158284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90419CA-0E64-5964-13AB-8F560C9A50FD}"/>
              </a:ext>
            </a:extLst>
          </p:cNvPr>
          <p:cNvSpPr>
            <a:spLocks noGrp="1"/>
          </p:cNvSpPr>
          <p:nvPr>
            <p:ph type="sldNum" sz="quarter" idx="5"/>
          </p:nvPr>
        </p:nvSpPr>
        <p:spPr/>
        <p:txBody>
          <a:bodyPr/>
          <a:lstStyle/>
          <a:p>
            <a:fld id="{B9C8DCE6-162A-485C-B9B3-058CA491A873}" type="slidenum">
              <a:rPr lang="en-IN" smtClean="0"/>
              <a:t>69</a:t>
            </a:fld>
            <a:endParaRPr lang="en-IN"/>
          </a:p>
        </p:txBody>
      </p:sp>
    </p:spTree>
    <p:extLst>
      <p:ext uri="{BB962C8B-B14F-4D97-AF65-F5344CB8AC3E}">
        <p14:creationId xmlns:p14="http://schemas.microsoft.com/office/powerpoint/2010/main" val="158685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latin typeface="Franklin Gothic Book (Body)"/>
              </a:rPr>
              <a:t>Consider the following scenario: </a:t>
            </a:r>
          </a:p>
          <a:p>
            <a:pPr marL="457200" indent="-457200">
              <a:buFont typeface="+mj-lt"/>
              <a:buAutoNum type="alphaLcParenR"/>
            </a:pPr>
            <a:r>
              <a:rPr lang="en-US" sz="1200" dirty="0">
                <a:latin typeface="Franklin Gothic Book (Body)"/>
              </a:rPr>
              <a:t>The network layer on A gives packet 1 to its data link layer. The packet is correctly received at B and passed to the network layer on B. B sends an acknowledgement frame back to A. </a:t>
            </a:r>
          </a:p>
          <a:p>
            <a:pPr marL="457200" indent="-457200">
              <a:buFont typeface="+mj-lt"/>
              <a:buAutoNum type="alphaLcParenR"/>
            </a:pPr>
            <a:r>
              <a:rPr lang="en-US" sz="1200" dirty="0">
                <a:latin typeface="Franklin Gothic Book (Body)"/>
              </a:rPr>
              <a:t>The acknowledgement frame gets lost completely. It just never arrives at all. Life would be a great deal simpler if the channel mangled and lost only data frames and not control frames, but sad to say, the channel is not very discriminating. </a:t>
            </a:r>
          </a:p>
          <a:p>
            <a:pPr marL="457200" indent="-457200">
              <a:buFont typeface="+mj-lt"/>
              <a:buAutoNum type="alphaLcParenR"/>
            </a:pPr>
            <a:r>
              <a:rPr lang="en-US" sz="1200" dirty="0">
                <a:latin typeface="Franklin Gothic Book (Body)"/>
              </a:rPr>
              <a:t>The data link layer on A eventually times out. Not having received an acknowledgement, it (incorrectly) assumes that its data frame was lost or damaged and sends the frame containing packet 1 again. </a:t>
            </a:r>
          </a:p>
          <a:p>
            <a:pPr marL="457200" indent="-457200">
              <a:buFont typeface="+mj-lt"/>
              <a:buAutoNum type="alphaLcParenR"/>
            </a:pPr>
            <a:r>
              <a:rPr lang="en-US" sz="1200" dirty="0">
                <a:latin typeface="Franklin Gothic Book (Body)"/>
              </a:rPr>
              <a:t>The duplicate frame also arrives intact at the data link layer on B and is unwittingly passed to the network layer there. If A is sending a file to B, part of the file will be duplicated (i.e., the copy of the file made by B will be incorrect and the error will not have been detected). In other words, the protocol will fail</a:t>
            </a:r>
            <a:endParaRPr lang="en-IN" sz="1200" dirty="0">
              <a:latin typeface="Franklin Gothic Book (Body)"/>
            </a:endParaRPr>
          </a:p>
          <a:p>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77</a:t>
            </a:fld>
            <a:endParaRPr lang="en-IN"/>
          </a:p>
        </p:txBody>
      </p:sp>
    </p:spTree>
    <p:extLst>
      <p:ext uri="{BB962C8B-B14F-4D97-AF65-F5344CB8AC3E}">
        <p14:creationId xmlns:p14="http://schemas.microsoft.com/office/powerpoint/2010/main" val="32468255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05F237-0CA4-6C25-19F1-8D0ED4A24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569C-54EF-A915-8B3C-50BC2C22AF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A3639-B5BD-CB2F-1363-F9DA18F00A6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Sequence Number  : a few bits, 1 byte, or multiple bytes.</a:t>
            </a:r>
          </a:p>
          <a:p>
            <a:r>
              <a:rPr lang="en-US" dirty="0"/>
              <a:t>Since the only ambiguity in the protocol is between </a:t>
            </a:r>
            <a:r>
              <a:rPr lang="en-US" b="1" dirty="0"/>
              <a:t>a frame and its immediate predecessor or successor</a:t>
            </a:r>
            <a:r>
              <a:rPr lang="en-US" dirty="0"/>
              <a:t>, the sequence numbers </a:t>
            </a:r>
            <a:r>
              <a:rPr lang="en-US" b="1" dirty="0"/>
              <a:t>only need to alternate between two values</a:t>
            </a:r>
            <a:r>
              <a:rPr lang="en-US" dirty="0"/>
              <a:t> (for Stop-and-Wait protocols). </a:t>
            </a:r>
            <a:endParaRPr lang="en-IN" dirty="0"/>
          </a:p>
        </p:txBody>
      </p:sp>
      <p:sp>
        <p:nvSpPr>
          <p:cNvPr id="4" name="Slide Number Placeholder 3">
            <a:extLst>
              <a:ext uri="{FF2B5EF4-FFF2-40B4-BE49-F238E27FC236}">
                <a16:creationId xmlns:a16="http://schemas.microsoft.com/office/drawing/2014/main" id="{833DC426-EBCC-5398-B2C3-4E31DFD0ACA2}"/>
              </a:ext>
            </a:extLst>
          </p:cNvPr>
          <p:cNvSpPr>
            <a:spLocks noGrp="1"/>
          </p:cNvSpPr>
          <p:nvPr>
            <p:ph type="sldNum" sz="quarter" idx="5"/>
          </p:nvPr>
        </p:nvSpPr>
        <p:spPr/>
        <p:txBody>
          <a:bodyPr/>
          <a:lstStyle/>
          <a:p>
            <a:fld id="{B9C8DCE6-162A-485C-B9B3-058CA491A873}" type="slidenum">
              <a:rPr lang="en-IN" smtClean="0"/>
              <a:t>78</a:t>
            </a:fld>
            <a:endParaRPr lang="en-IN"/>
          </a:p>
        </p:txBody>
      </p:sp>
    </p:spTree>
    <p:extLst>
      <p:ext uri="{BB962C8B-B14F-4D97-AF65-F5344CB8AC3E}">
        <p14:creationId xmlns:p14="http://schemas.microsoft.com/office/powerpoint/2010/main" val="26844983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Since the only ambiguity in the protocol is between </a:t>
            </a:r>
            <a:r>
              <a:rPr lang="en-US" b="1" dirty="0"/>
              <a:t>a frame and its immediate predecessor or successor</a:t>
            </a:r>
            <a:r>
              <a:rPr lang="en-US" dirty="0"/>
              <a:t>, the sequence numbers </a:t>
            </a:r>
            <a:r>
              <a:rPr lang="en-US" b="1" dirty="0"/>
              <a:t>only need to alternate between two values</a:t>
            </a:r>
            <a:r>
              <a:rPr lang="en-US" dirty="0"/>
              <a:t> (for Stop-and-Wait protocols). </a:t>
            </a:r>
            <a:endParaRPr lang="en-IN" dirty="0"/>
          </a:p>
        </p:txBody>
      </p:sp>
      <p:sp>
        <p:nvSpPr>
          <p:cNvPr id="4" name="Slide Number Placeholder 3"/>
          <p:cNvSpPr>
            <a:spLocks noGrp="1"/>
          </p:cNvSpPr>
          <p:nvPr>
            <p:ph type="sldNum" sz="quarter" idx="5"/>
          </p:nvPr>
        </p:nvSpPr>
        <p:spPr/>
        <p:txBody>
          <a:bodyPr/>
          <a:lstStyle/>
          <a:p>
            <a:fld id="{B9C8DCE6-162A-485C-B9B3-058CA491A873}" type="slidenum">
              <a:rPr lang="en-IN" smtClean="0"/>
              <a:t>79</a:t>
            </a:fld>
            <a:endParaRPr lang="en-IN"/>
          </a:p>
        </p:txBody>
      </p:sp>
    </p:spTree>
    <p:extLst>
      <p:ext uri="{BB962C8B-B14F-4D97-AF65-F5344CB8AC3E}">
        <p14:creationId xmlns:p14="http://schemas.microsoft.com/office/powerpoint/2010/main" val="50825966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006AB2EE-E99E-88D8-6A90-D3CBF54C5011}"/>
              </a:ext>
            </a:extLst>
          </p:cNvPr>
          <p:cNvSpPr>
            <a:spLocks noGrp="1" noChangeArrowheads="1"/>
          </p:cNvSpPr>
          <p:nvPr>
            <p:ph type="sldNum" sz="quarter" idx="5"/>
          </p:nvPr>
        </p:nvSpPr>
        <p:spPr>
          <a:ln/>
        </p:spPr>
        <p:txBody>
          <a:bodyPr/>
          <a:lstStyle/>
          <a:p>
            <a:fld id="{CB95E950-A7FE-404E-A93E-290792D51C13}" type="slidenum">
              <a:rPr lang="en-US" altLang="en-US"/>
              <a:pPr/>
              <a:t>103</a:t>
            </a:fld>
            <a:endParaRPr lang="en-US" altLang="en-US"/>
          </a:p>
        </p:txBody>
      </p:sp>
      <p:sp>
        <p:nvSpPr>
          <p:cNvPr id="1001474" name="Rectangle 2">
            <a:extLst>
              <a:ext uri="{FF2B5EF4-FFF2-40B4-BE49-F238E27FC236}">
                <a16:creationId xmlns:a16="http://schemas.microsoft.com/office/drawing/2014/main" id="{79B1ECBD-A46E-9538-2E92-D9CDDE2AAC67}"/>
              </a:ext>
            </a:extLst>
          </p:cNvPr>
          <p:cNvSpPr>
            <a:spLocks noRot="1" noChangeArrowheads="1" noTextEdit="1"/>
          </p:cNvSpPr>
          <p:nvPr>
            <p:ph type="sldImg"/>
          </p:nvPr>
        </p:nvSpPr>
        <p:spPr>
          <a:ln/>
        </p:spPr>
      </p:sp>
      <p:sp>
        <p:nvSpPr>
          <p:cNvPr id="1001475" name="Rectangle 3">
            <a:extLst>
              <a:ext uri="{FF2B5EF4-FFF2-40B4-BE49-F238E27FC236}">
                <a16:creationId xmlns:a16="http://schemas.microsoft.com/office/drawing/2014/main" id="{1AD25D4E-2796-13A1-BEB7-203C34D7DE2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AA6101B-B03D-6BF5-8A0D-6622A8949840}"/>
              </a:ext>
            </a:extLst>
          </p:cNvPr>
          <p:cNvSpPr>
            <a:spLocks noGrp="1" noChangeArrowheads="1"/>
          </p:cNvSpPr>
          <p:nvPr>
            <p:ph type="sldNum" sz="quarter" idx="5"/>
          </p:nvPr>
        </p:nvSpPr>
        <p:spPr>
          <a:ln/>
        </p:spPr>
        <p:txBody>
          <a:bodyPr/>
          <a:lstStyle/>
          <a:p>
            <a:fld id="{DC611A7E-DDDB-42AB-A43D-9C5197005D03}" type="slidenum">
              <a:rPr lang="en-US" altLang="en-US"/>
              <a:pPr/>
              <a:t>104</a:t>
            </a:fld>
            <a:endParaRPr lang="en-US" altLang="en-US"/>
          </a:p>
        </p:txBody>
      </p:sp>
      <p:sp>
        <p:nvSpPr>
          <p:cNvPr id="1004546" name="Rectangle 2">
            <a:extLst>
              <a:ext uri="{FF2B5EF4-FFF2-40B4-BE49-F238E27FC236}">
                <a16:creationId xmlns:a16="http://schemas.microsoft.com/office/drawing/2014/main" id="{04707099-AD82-8FF4-4EC8-86B7DBD2FC13}"/>
              </a:ext>
            </a:extLst>
          </p:cNvPr>
          <p:cNvSpPr>
            <a:spLocks noRot="1" noChangeArrowheads="1" noTextEdit="1"/>
          </p:cNvSpPr>
          <p:nvPr>
            <p:ph type="sldImg"/>
          </p:nvPr>
        </p:nvSpPr>
        <p:spPr>
          <a:ln/>
        </p:spPr>
      </p:sp>
      <p:sp>
        <p:nvSpPr>
          <p:cNvPr id="1004547" name="Rectangle 3">
            <a:extLst>
              <a:ext uri="{FF2B5EF4-FFF2-40B4-BE49-F238E27FC236}">
                <a16:creationId xmlns:a16="http://schemas.microsoft.com/office/drawing/2014/main" id="{722D587B-513A-F2BA-3243-591F7029E63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A1E3A38-F532-68A0-F157-C857CDE9B020}"/>
              </a:ext>
            </a:extLst>
          </p:cNvPr>
          <p:cNvSpPr>
            <a:spLocks noGrp="1" noChangeArrowheads="1"/>
          </p:cNvSpPr>
          <p:nvPr>
            <p:ph type="sldNum" sz="quarter" idx="5"/>
          </p:nvPr>
        </p:nvSpPr>
        <p:spPr>
          <a:ln/>
        </p:spPr>
        <p:txBody>
          <a:bodyPr/>
          <a:lstStyle/>
          <a:p>
            <a:fld id="{5E3AE356-E78E-4F98-84A2-C416C8E216CF}" type="slidenum">
              <a:rPr lang="en-US" altLang="en-US"/>
              <a:pPr/>
              <a:t>105</a:t>
            </a:fld>
            <a:endParaRPr lang="en-US" altLang="en-US"/>
          </a:p>
        </p:txBody>
      </p:sp>
      <p:sp>
        <p:nvSpPr>
          <p:cNvPr id="1019906" name="Rectangle 2">
            <a:extLst>
              <a:ext uri="{FF2B5EF4-FFF2-40B4-BE49-F238E27FC236}">
                <a16:creationId xmlns:a16="http://schemas.microsoft.com/office/drawing/2014/main" id="{C152E737-1C44-7D1B-9504-C98A85FC95ED}"/>
              </a:ext>
            </a:extLst>
          </p:cNvPr>
          <p:cNvSpPr>
            <a:spLocks noRot="1" noChangeArrowheads="1" noTextEdit="1"/>
          </p:cNvSpPr>
          <p:nvPr>
            <p:ph type="sldImg"/>
          </p:nvPr>
        </p:nvSpPr>
        <p:spPr>
          <a:ln/>
        </p:spPr>
      </p:sp>
      <p:sp>
        <p:nvSpPr>
          <p:cNvPr id="1019907" name="Rectangle 3">
            <a:extLst>
              <a:ext uri="{FF2B5EF4-FFF2-40B4-BE49-F238E27FC236}">
                <a16:creationId xmlns:a16="http://schemas.microsoft.com/office/drawing/2014/main" id="{EEB3583A-83D4-9759-A7BB-5BBAD16EB31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E41D537-644E-8287-7EEE-9FAAE2ECD6F3}"/>
              </a:ext>
            </a:extLst>
          </p:cNvPr>
          <p:cNvSpPr>
            <a:spLocks noGrp="1" noChangeArrowheads="1"/>
          </p:cNvSpPr>
          <p:nvPr>
            <p:ph type="sldNum" sz="quarter" idx="5"/>
          </p:nvPr>
        </p:nvSpPr>
        <p:spPr>
          <a:ln/>
        </p:spPr>
        <p:txBody>
          <a:bodyPr/>
          <a:lstStyle/>
          <a:p>
            <a:fld id="{920A6D7B-7E30-4F36-9ED4-D41BB1991B0C}" type="slidenum">
              <a:rPr lang="en-US" altLang="en-US"/>
              <a:pPr/>
              <a:t>106</a:t>
            </a:fld>
            <a:endParaRPr lang="en-US" altLang="en-US"/>
          </a:p>
        </p:txBody>
      </p:sp>
      <p:sp>
        <p:nvSpPr>
          <p:cNvPr id="1007618" name="Rectangle 2">
            <a:extLst>
              <a:ext uri="{FF2B5EF4-FFF2-40B4-BE49-F238E27FC236}">
                <a16:creationId xmlns:a16="http://schemas.microsoft.com/office/drawing/2014/main" id="{D85BF24C-1F8A-DC40-1BEB-8BBBD53BB76E}"/>
              </a:ext>
            </a:extLst>
          </p:cNvPr>
          <p:cNvSpPr>
            <a:spLocks noRot="1" noChangeArrowheads="1" noTextEdit="1"/>
          </p:cNvSpPr>
          <p:nvPr>
            <p:ph type="sldImg"/>
          </p:nvPr>
        </p:nvSpPr>
        <p:spPr>
          <a:ln/>
        </p:spPr>
      </p:sp>
      <p:sp>
        <p:nvSpPr>
          <p:cNvPr id="1007619" name="Rectangle 3">
            <a:extLst>
              <a:ext uri="{FF2B5EF4-FFF2-40B4-BE49-F238E27FC236}">
                <a16:creationId xmlns:a16="http://schemas.microsoft.com/office/drawing/2014/main" id="{D65881A6-DAB3-7B0F-DC5A-40589D0CA69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B8CEA99C-2D61-7A92-8AB4-5460855CC0BF}"/>
              </a:ext>
            </a:extLst>
          </p:cNvPr>
          <p:cNvSpPr>
            <a:spLocks noGrp="1" noChangeArrowheads="1"/>
          </p:cNvSpPr>
          <p:nvPr>
            <p:ph type="sldNum" sz="quarter" idx="5"/>
          </p:nvPr>
        </p:nvSpPr>
        <p:spPr>
          <a:ln/>
        </p:spPr>
        <p:txBody>
          <a:bodyPr/>
          <a:lstStyle/>
          <a:p>
            <a:fld id="{873831EF-AB64-48F9-87B6-F4820218A533}" type="slidenum">
              <a:rPr lang="en-US" altLang="en-US"/>
              <a:pPr/>
              <a:t>107</a:t>
            </a:fld>
            <a:endParaRPr lang="en-US" altLang="en-US"/>
          </a:p>
        </p:txBody>
      </p:sp>
      <p:sp>
        <p:nvSpPr>
          <p:cNvPr id="1013762" name="Rectangle 2">
            <a:extLst>
              <a:ext uri="{FF2B5EF4-FFF2-40B4-BE49-F238E27FC236}">
                <a16:creationId xmlns:a16="http://schemas.microsoft.com/office/drawing/2014/main" id="{3005F6F2-1D90-4992-FFFF-1807B81CB775}"/>
              </a:ext>
            </a:extLst>
          </p:cNvPr>
          <p:cNvSpPr>
            <a:spLocks noRot="1" noChangeArrowheads="1" noTextEdit="1"/>
          </p:cNvSpPr>
          <p:nvPr>
            <p:ph type="sldImg"/>
          </p:nvPr>
        </p:nvSpPr>
        <p:spPr>
          <a:ln/>
        </p:spPr>
      </p:sp>
      <p:sp>
        <p:nvSpPr>
          <p:cNvPr id="1013763" name="Rectangle 3">
            <a:extLst>
              <a:ext uri="{FF2B5EF4-FFF2-40B4-BE49-F238E27FC236}">
                <a16:creationId xmlns:a16="http://schemas.microsoft.com/office/drawing/2014/main" id="{A9102FD5-901C-FD7C-2701-56C74ECB9EE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F924E78-AA0A-CD47-534B-BDCA5D4A7EC4}"/>
              </a:ext>
            </a:extLst>
          </p:cNvPr>
          <p:cNvSpPr>
            <a:spLocks noGrp="1" noChangeArrowheads="1"/>
          </p:cNvSpPr>
          <p:nvPr>
            <p:ph type="sldNum" sz="quarter" idx="5"/>
          </p:nvPr>
        </p:nvSpPr>
        <p:spPr>
          <a:ln/>
        </p:spPr>
        <p:txBody>
          <a:bodyPr/>
          <a:lstStyle/>
          <a:p>
            <a:fld id="{7B623612-1B4E-459E-8B8A-6263552C7852}" type="slidenum">
              <a:rPr lang="en-US" altLang="en-US"/>
              <a:pPr/>
              <a:t>108</a:t>
            </a:fld>
            <a:endParaRPr lang="en-US" altLang="en-US"/>
          </a:p>
        </p:txBody>
      </p:sp>
      <p:sp>
        <p:nvSpPr>
          <p:cNvPr id="1015810" name="Rectangle 2">
            <a:extLst>
              <a:ext uri="{FF2B5EF4-FFF2-40B4-BE49-F238E27FC236}">
                <a16:creationId xmlns:a16="http://schemas.microsoft.com/office/drawing/2014/main" id="{09D3EB90-F3FB-7BF1-9391-CD7391D6F391}"/>
              </a:ext>
            </a:extLst>
          </p:cNvPr>
          <p:cNvSpPr>
            <a:spLocks noRot="1" noChangeArrowheads="1" noTextEdit="1"/>
          </p:cNvSpPr>
          <p:nvPr>
            <p:ph type="sldImg"/>
          </p:nvPr>
        </p:nvSpPr>
        <p:spPr>
          <a:ln/>
        </p:spPr>
      </p:sp>
      <p:sp>
        <p:nvSpPr>
          <p:cNvPr id="1015811" name="Rectangle 3">
            <a:extLst>
              <a:ext uri="{FF2B5EF4-FFF2-40B4-BE49-F238E27FC236}">
                <a16:creationId xmlns:a16="http://schemas.microsoft.com/office/drawing/2014/main" id="{4B5B01A3-23F7-9E13-E3B8-0E74E1994B4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9151AC6-D73B-C3EB-A975-6B0359DD9456}"/>
              </a:ext>
            </a:extLst>
          </p:cNvPr>
          <p:cNvSpPr>
            <a:spLocks noGrp="1" noChangeArrowheads="1"/>
          </p:cNvSpPr>
          <p:nvPr>
            <p:ph type="sldNum" sz="quarter" idx="5"/>
          </p:nvPr>
        </p:nvSpPr>
        <p:spPr>
          <a:ln/>
        </p:spPr>
        <p:txBody>
          <a:bodyPr/>
          <a:lstStyle/>
          <a:p>
            <a:fld id="{8C4352A6-C42A-4264-92C9-CEDB6F6D1795}" type="slidenum">
              <a:rPr lang="en-US" altLang="en-US"/>
              <a:pPr/>
              <a:t>114</a:t>
            </a:fld>
            <a:endParaRPr lang="en-US" altLang="en-US"/>
          </a:p>
        </p:txBody>
      </p:sp>
      <p:sp>
        <p:nvSpPr>
          <p:cNvPr id="1017858" name="Rectangle 2">
            <a:extLst>
              <a:ext uri="{FF2B5EF4-FFF2-40B4-BE49-F238E27FC236}">
                <a16:creationId xmlns:a16="http://schemas.microsoft.com/office/drawing/2014/main" id="{66619B89-34E6-269F-1DE8-F324A09051C8}"/>
              </a:ext>
            </a:extLst>
          </p:cNvPr>
          <p:cNvSpPr>
            <a:spLocks noRot="1" noChangeArrowheads="1" noTextEdit="1"/>
          </p:cNvSpPr>
          <p:nvPr>
            <p:ph type="sldImg"/>
          </p:nvPr>
        </p:nvSpPr>
        <p:spPr>
          <a:ln/>
        </p:spPr>
      </p:sp>
      <p:sp>
        <p:nvSpPr>
          <p:cNvPr id="1017859" name="Rectangle 3">
            <a:extLst>
              <a:ext uri="{FF2B5EF4-FFF2-40B4-BE49-F238E27FC236}">
                <a16:creationId xmlns:a16="http://schemas.microsoft.com/office/drawing/2014/main" id="{D09E8613-90B1-4B25-400C-05758A14B00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70740CC-7879-F8B3-52A8-810B2AAD56D8}"/>
              </a:ext>
            </a:extLst>
          </p:cNvPr>
          <p:cNvSpPr>
            <a:spLocks noGrp="1" noChangeArrowheads="1"/>
          </p:cNvSpPr>
          <p:nvPr>
            <p:ph type="sldNum" sz="quarter" idx="5"/>
          </p:nvPr>
        </p:nvSpPr>
        <p:spPr>
          <a:ln/>
        </p:spPr>
        <p:txBody>
          <a:bodyPr/>
          <a:lstStyle/>
          <a:p>
            <a:fld id="{25BC0818-C055-4665-864F-A5D8ECB2918A}" type="slidenum">
              <a:rPr lang="en-US" altLang="en-US"/>
              <a:pPr/>
              <a:t>115</a:t>
            </a:fld>
            <a:endParaRPr lang="en-US" altLang="en-US"/>
          </a:p>
        </p:txBody>
      </p:sp>
      <p:sp>
        <p:nvSpPr>
          <p:cNvPr id="1018882" name="Rectangle 2">
            <a:extLst>
              <a:ext uri="{FF2B5EF4-FFF2-40B4-BE49-F238E27FC236}">
                <a16:creationId xmlns:a16="http://schemas.microsoft.com/office/drawing/2014/main" id="{9BD0C43D-86FF-52BA-9E92-137E0F33CAC6}"/>
              </a:ext>
            </a:extLst>
          </p:cNvPr>
          <p:cNvSpPr>
            <a:spLocks noRot="1" noChangeArrowheads="1" noTextEdit="1"/>
          </p:cNvSpPr>
          <p:nvPr>
            <p:ph type="sldImg"/>
          </p:nvPr>
        </p:nvSpPr>
        <p:spPr>
          <a:ln/>
        </p:spPr>
      </p:sp>
      <p:sp>
        <p:nvSpPr>
          <p:cNvPr id="1018883" name="Rectangle 3">
            <a:extLst>
              <a:ext uri="{FF2B5EF4-FFF2-40B4-BE49-F238E27FC236}">
                <a16:creationId xmlns:a16="http://schemas.microsoft.com/office/drawing/2014/main" id="{8C38EFF6-0085-166D-D2FE-1A67905878F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A1E3A38-F532-68A0-F157-C857CDE9B020}"/>
              </a:ext>
            </a:extLst>
          </p:cNvPr>
          <p:cNvSpPr>
            <a:spLocks noGrp="1" noChangeArrowheads="1"/>
          </p:cNvSpPr>
          <p:nvPr>
            <p:ph type="sldNum" sz="quarter" idx="5"/>
          </p:nvPr>
        </p:nvSpPr>
        <p:spPr>
          <a:ln/>
        </p:spPr>
        <p:txBody>
          <a:bodyPr/>
          <a:lstStyle/>
          <a:p>
            <a:fld id="{5E3AE356-E78E-4F98-84A2-C416C8E216CF}" type="slidenum">
              <a:rPr lang="en-US" altLang="en-US"/>
              <a:pPr/>
              <a:t>116</a:t>
            </a:fld>
            <a:endParaRPr lang="en-US" altLang="en-US"/>
          </a:p>
        </p:txBody>
      </p:sp>
      <p:sp>
        <p:nvSpPr>
          <p:cNvPr id="1019906" name="Rectangle 2">
            <a:extLst>
              <a:ext uri="{FF2B5EF4-FFF2-40B4-BE49-F238E27FC236}">
                <a16:creationId xmlns:a16="http://schemas.microsoft.com/office/drawing/2014/main" id="{C152E737-1C44-7D1B-9504-C98A85FC95ED}"/>
              </a:ext>
            </a:extLst>
          </p:cNvPr>
          <p:cNvSpPr>
            <a:spLocks noRot="1" noChangeArrowheads="1" noTextEdit="1"/>
          </p:cNvSpPr>
          <p:nvPr>
            <p:ph type="sldImg"/>
          </p:nvPr>
        </p:nvSpPr>
        <p:spPr>
          <a:ln/>
        </p:spPr>
      </p:sp>
      <p:sp>
        <p:nvSpPr>
          <p:cNvPr id="1019907" name="Rectangle 3">
            <a:extLst>
              <a:ext uri="{FF2B5EF4-FFF2-40B4-BE49-F238E27FC236}">
                <a16:creationId xmlns:a16="http://schemas.microsoft.com/office/drawing/2014/main" id="{EEB3583A-83D4-9759-A7BB-5BBAD16EB31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E6EDD7BC-69A5-F48E-6A1F-869B35D4E133}"/>
              </a:ext>
            </a:extLst>
          </p:cNvPr>
          <p:cNvSpPr>
            <a:spLocks noGrp="1" noChangeArrowheads="1"/>
          </p:cNvSpPr>
          <p:nvPr>
            <p:ph type="sldNum" sz="quarter" idx="5"/>
          </p:nvPr>
        </p:nvSpPr>
        <p:spPr>
          <a:ln/>
        </p:spPr>
        <p:txBody>
          <a:bodyPr/>
          <a:lstStyle/>
          <a:p>
            <a:fld id="{0BCCC3DF-81FE-4362-BEA5-43743AA6E886}" type="slidenum">
              <a:rPr lang="en-US" altLang="en-US"/>
              <a:pPr/>
              <a:t>117</a:t>
            </a:fld>
            <a:endParaRPr lang="en-US" altLang="en-US"/>
          </a:p>
        </p:txBody>
      </p:sp>
      <p:sp>
        <p:nvSpPr>
          <p:cNvPr id="1020930" name="Rectangle 2">
            <a:extLst>
              <a:ext uri="{FF2B5EF4-FFF2-40B4-BE49-F238E27FC236}">
                <a16:creationId xmlns:a16="http://schemas.microsoft.com/office/drawing/2014/main" id="{DC435929-1960-D5E8-A399-07C48C7032DE}"/>
              </a:ext>
            </a:extLst>
          </p:cNvPr>
          <p:cNvSpPr>
            <a:spLocks noRot="1" noChangeArrowheads="1" noTextEdit="1"/>
          </p:cNvSpPr>
          <p:nvPr>
            <p:ph type="sldImg"/>
          </p:nvPr>
        </p:nvSpPr>
        <p:spPr>
          <a:ln/>
        </p:spPr>
      </p:sp>
      <p:sp>
        <p:nvSpPr>
          <p:cNvPr id="1020931" name="Rectangle 3">
            <a:extLst>
              <a:ext uri="{FF2B5EF4-FFF2-40B4-BE49-F238E27FC236}">
                <a16:creationId xmlns:a16="http://schemas.microsoft.com/office/drawing/2014/main" id="{A8603001-719C-F439-82A2-EBFD387BA00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BBC53AD-C471-A53D-6C74-B147E2C29FD4}"/>
              </a:ext>
            </a:extLst>
          </p:cNvPr>
          <p:cNvSpPr>
            <a:spLocks noGrp="1" noChangeArrowheads="1"/>
          </p:cNvSpPr>
          <p:nvPr>
            <p:ph type="sldNum" sz="quarter" idx="5"/>
          </p:nvPr>
        </p:nvSpPr>
        <p:spPr>
          <a:ln/>
        </p:spPr>
        <p:txBody>
          <a:bodyPr/>
          <a:lstStyle/>
          <a:p>
            <a:fld id="{C25075AF-4687-4BCA-8209-7DCA13E59D0F}" type="slidenum">
              <a:rPr lang="en-US" altLang="en-US"/>
              <a:pPr/>
              <a:t>118</a:t>
            </a:fld>
            <a:endParaRPr lang="en-US" altLang="en-US"/>
          </a:p>
        </p:txBody>
      </p:sp>
      <p:sp>
        <p:nvSpPr>
          <p:cNvPr id="1021954" name="Rectangle 2">
            <a:extLst>
              <a:ext uri="{FF2B5EF4-FFF2-40B4-BE49-F238E27FC236}">
                <a16:creationId xmlns:a16="http://schemas.microsoft.com/office/drawing/2014/main" id="{4584DAD0-5488-5A10-9A0E-436D4A755611}"/>
              </a:ext>
            </a:extLst>
          </p:cNvPr>
          <p:cNvSpPr>
            <a:spLocks noRot="1" noChangeArrowheads="1" noTextEdit="1"/>
          </p:cNvSpPr>
          <p:nvPr>
            <p:ph type="sldImg"/>
          </p:nvPr>
        </p:nvSpPr>
        <p:spPr>
          <a:ln/>
        </p:spPr>
      </p:sp>
      <p:sp>
        <p:nvSpPr>
          <p:cNvPr id="1021955" name="Rectangle 3">
            <a:extLst>
              <a:ext uri="{FF2B5EF4-FFF2-40B4-BE49-F238E27FC236}">
                <a16:creationId xmlns:a16="http://schemas.microsoft.com/office/drawing/2014/main" id="{58C79EF0-2D52-44B6-5DA8-DDAC35A3B86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91BC2332-13E5-EB8C-4853-7C61A64596FD}"/>
              </a:ext>
            </a:extLst>
          </p:cNvPr>
          <p:cNvSpPr>
            <a:spLocks noGrp="1" noChangeArrowheads="1"/>
          </p:cNvSpPr>
          <p:nvPr>
            <p:ph type="sldNum" sz="quarter" idx="5"/>
          </p:nvPr>
        </p:nvSpPr>
        <p:spPr>
          <a:ln/>
        </p:spPr>
        <p:txBody>
          <a:bodyPr/>
          <a:lstStyle/>
          <a:p>
            <a:fld id="{EF64393A-6FB3-4DB6-8A06-ED713AA9F0AC}" type="slidenum">
              <a:rPr lang="en-US" altLang="en-US"/>
              <a:pPr/>
              <a:t>119</a:t>
            </a:fld>
            <a:endParaRPr lang="en-US" altLang="en-US"/>
          </a:p>
        </p:txBody>
      </p:sp>
      <p:sp>
        <p:nvSpPr>
          <p:cNvPr id="1030146" name="Rectangle 2">
            <a:extLst>
              <a:ext uri="{FF2B5EF4-FFF2-40B4-BE49-F238E27FC236}">
                <a16:creationId xmlns:a16="http://schemas.microsoft.com/office/drawing/2014/main" id="{8C0BA3A8-A20D-F34B-ED00-60450A5994C1}"/>
              </a:ext>
            </a:extLst>
          </p:cNvPr>
          <p:cNvSpPr>
            <a:spLocks noRot="1" noChangeArrowheads="1" noTextEdit="1"/>
          </p:cNvSpPr>
          <p:nvPr>
            <p:ph type="sldImg"/>
          </p:nvPr>
        </p:nvSpPr>
        <p:spPr>
          <a:ln/>
        </p:spPr>
      </p:sp>
      <p:sp>
        <p:nvSpPr>
          <p:cNvPr id="1030147" name="Rectangle 3">
            <a:extLst>
              <a:ext uri="{FF2B5EF4-FFF2-40B4-BE49-F238E27FC236}">
                <a16:creationId xmlns:a16="http://schemas.microsoft.com/office/drawing/2014/main" id="{958C2B62-4A6D-8A94-9519-F0C2F1E665FC}"/>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D25177-7B64-0428-A8D5-0E54BA8053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E590EF-2CA3-5381-BF2E-3DD83185E2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CA1CA27-5887-0995-9490-5D9F159FC34B}"/>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5" name="Footer Placeholder 4">
            <a:extLst>
              <a:ext uri="{FF2B5EF4-FFF2-40B4-BE49-F238E27FC236}">
                <a16:creationId xmlns:a16="http://schemas.microsoft.com/office/drawing/2014/main" id="{EEE02041-05BF-B82B-4143-3BDC44A899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F1426F-EDE5-73BC-F292-F4125C0B76D5}"/>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3394380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21083-8445-0AFD-3D41-A49AC1E0A3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FA7054-35B4-5BDF-BBC1-42F5862DE7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8CB8835-AB05-D807-B59B-3B5353761450}"/>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5" name="Footer Placeholder 4">
            <a:extLst>
              <a:ext uri="{FF2B5EF4-FFF2-40B4-BE49-F238E27FC236}">
                <a16:creationId xmlns:a16="http://schemas.microsoft.com/office/drawing/2014/main" id="{BE5BB304-7862-8D3C-D3AE-1B6DED3A57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611191-3EE4-8376-C8C1-AAA2FA065C08}"/>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3524790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E88D2-EE2C-DE45-CD72-2ACE9E5C65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6620904-9D46-0631-839B-592E6D12B1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FCF9768-E8B6-3389-4258-AB0D0DC0E9E8}"/>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5" name="Footer Placeholder 4">
            <a:extLst>
              <a:ext uri="{FF2B5EF4-FFF2-40B4-BE49-F238E27FC236}">
                <a16:creationId xmlns:a16="http://schemas.microsoft.com/office/drawing/2014/main" id="{F44E84F3-047F-0966-44C7-600D9453FF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D3A324-EE61-4E9D-D077-1E96E0B5CA6A}"/>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2039801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74A4A-F170-2F1A-D7AD-C26CB765FD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09567F-9372-6297-9F1D-7FC0A2B96B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EF587D4-D4AE-F5F4-30FE-F8301AFC2D2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82ECC05-30A9-4B5B-2A73-30C5D687D96D}"/>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6" name="Footer Placeholder 5">
            <a:extLst>
              <a:ext uri="{FF2B5EF4-FFF2-40B4-BE49-F238E27FC236}">
                <a16:creationId xmlns:a16="http://schemas.microsoft.com/office/drawing/2014/main" id="{912F9509-00C7-2A6B-6D22-75DD6C4C23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A11E46C-433D-2A15-7323-C1D6D53979E5}"/>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279657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2AB02-134E-2014-745B-2C0AE104F2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5DCB2E-5279-D43A-1E69-2D44AE2A60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7429BF-8277-FD99-B6BC-F2A9EAEB2C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D310B95-1CA8-1C8D-66FE-0DABE20ECC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CB11F0-6B1D-3308-BB39-BC0BC50429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C8DB83C-1588-151E-FDCC-FC641DC910A1}"/>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8" name="Footer Placeholder 7">
            <a:extLst>
              <a:ext uri="{FF2B5EF4-FFF2-40B4-BE49-F238E27FC236}">
                <a16:creationId xmlns:a16="http://schemas.microsoft.com/office/drawing/2014/main" id="{1EB5C51C-78FF-723F-3BC8-1994D19CC2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9B26408-2ED0-3865-7714-CF2530A93F4E}"/>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336142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9248F-F3A9-8F5F-1672-5253F79AB9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64153B0-5C1F-150C-BC17-91109019F858}"/>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4" name="Footer Placeholder 3">
            <a:extLst>
              <a:ext uri="{FF2B5EF4-FFF2-40B4-BE49-F238E27FC236}">
                <a16:creationId xmlns:a16="http://schemas.microsoft.com/office/drawing/2014/main" id="{17B03DF7-6694-5943-2844-C0DC7485447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E0E8C35-48D7-E611-16B1-56238701102F}"/>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39517430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2A12FA-48F7-2C4A-9E06-154F25DAEA4B}"/>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3" name="Footer Placeholder 2">
            <a:extLst>
              <a:ext uri="{FF2B5EF4-FFF2-40B4-BE49-F238E27FC236}">
                <a16:creationId xmlns:a16="http://schemas.microsoft.com/office/drawing/2014/main" id="{C5943A90-5AC9-BFF0-A7AB-8EF949B64BA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9D11B23-505C-41A3-CAE4-C253FC71FDE7}"/>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3889685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ECCD2-F1AA-5264-9D97-F71FF4697D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9CC9786-1011-2B0C-BBC7-F73B5F2469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2F5E9F-2B7C-0ECB-11C6-4500B7E3A7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045579-DC2C-4557-A724-4B3F6791E1BC}"/>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6" name="Footer Placeholder 5">
            <a:extLst>
              <a:ext uri="{FF2B5EF4-FFF2-40B4-BE49-F238E27FC236}">
                <a16:creationId xmlns:a16="http://schemas.microsoft.com/office/drawing/2014/main" id="{E0956705-8BA9-F47C-2832-EA4C0CE9117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1B4947-CA3E-7EB0-2FAA-2654EC9513D5}"/>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1510305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07E08-9A32-3B07-B63C-B21DDF7630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732A3AF-EB41-D0A2-EF0C-2B8BAC9AEC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34DA5AC-0991-B944-3E13-6B03F6EF5A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7764FA-CCAB-73C8-542C-E43CFA7E935A}"/>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6" name="Footer Placeholder 5">
            <a:extLst>
              <a:ext uri="{FF2B5EF4-FFF2-40B4-BE49-F238E27FC236}">
                <a16:creationId xmlns:a16="http://schemas.microsoft.com/office/drawing/2014/main" id="{D8CE211F-065C-0596-3454-D21D8B9A25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8C3BBAD-6150-F5C1-9007-BBBF008DFEB2}"/>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3419217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9E6E2-D234-6CB1-404E-6D154D5E48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4B128F-5496-CC5A-AB0D-146B5801DF4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F5A18C-6518-0995-01DA-47A5B8894D03}"/>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5" name="Footer Placeholder 4">
            <a:extLst>
              <a:ext uri="{FF2B5EF4-FFF2-40B4-BE49-F238E27FC236}">
                <a16:creationId xmlns:a16="http://schemas.microsoft.com/office/drawing/2014/main" id="{1046CF57-9C0D-B595-DFC3-62735F1446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D66724-AB54-FDDC-E58E-148D5156DEE8}"/>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704988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3BDD77-666D-53C3-FA24-747E3EA6114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68923C-9FCF-C10A-1093-80707F1EAE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018B10-5439-E781-6118-92F8FEAA71AC}"/>
              </a:ext>
            </a:extLst>
          </p:cNvPr>
          <p:cNvSpPr>
            <a:spLocks noGrp="1"/>
          </p:cNvSpPr>
          <p:nvPr>
            <p:ph type="dt" sz="half" idx="10"/>
          </p:nvPr>
        </p:nvSpPr>
        <p:spPr/>
        <p:txBody>
          <a:bodyPr/>
          <a:lstStyle/>
          <a:p>
            <a:fld id="{4BB1EBD7-2590-4CEF-B408-9B1D851C73B6}" type="datetimeFigureOut">
              <a:rPr lang="en-IN" smtClean="0"/>
              <a:t>29-03-2025</a:t>
            </a:fld>
            <a:endParaRPr lang="en-IN"/>
          </a:p>
        </p:txBody>
      </p:sp>
      <p:sp>
        <p:nvSpPr>
          <p:cNvPr id="5" name="Footer Placeholder 4">
            <a:extLst>
              <a:ext uri="{FF2B5EF4-FFF2-40B4-BE49-F238E27FC236}">
                <a16:creationId xmlns:a16="http://schemas.microsoft.com/office/drawing/2014/main" id="{140D8FD4-4F4C-23AA-3C22-80BFC30F82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EFFD3F-1046-92A5-D422-33F1C51123D2}"/>
              </a:ext>
            </a:extLst>
          </p:cNvPr>
          <p:cNvSpPr>
            <a:spLocks noGrp="1"/>
          </p:cNvSpPr>
          <p:nvPr>
            <p:ph type="sldNum" sz="quarter" idx="12"/>
          </p:nvPr>
        </p:nvSpPr>
        <p:spPr/>
        <p:txBody>
          <a:bodyPr/>
          <a:lstStyle/>
          <a:p>
            <a:fld id="{4A687645-2393-4368-8CDC-FFB9F3CA674E}" type="slidenum">
              <a:rPr lang="en-IN" smtClean="0"/>
              <a:t>‹#›</a:t>
            </a:fld>
            <a:endParaRPr lang="en-IN"/>
          </a:p>
        </p:txBody>
      </p:sp>
    </p:spTree>
    <p:extLst>
      <p:ext uri="{BB962C8B-B14F-4D97-AF65-F5344CB8AC3E}">
        <p14:creationId xmlns:p14="http://schemas.microsoft.com/office/powerpoint/2010/main" val="2862410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55885C-0E66-EC02-4E58-E6A505C109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A70B785-B098-96B8-43FD-3625368A92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98212E-4571-9501-90FE-2E993EA937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B1EBD7-2590-4CEF-B408-9B1D851C73B6}" type="datetimeFigureOut">
              <a:rPr lang="en-IN" smtClean="0"/>
              <a:t>29-03-2025</a:t>
            </a:fld>
            <a:endParaRPr lang="en-IN"/>
          </a:p>
        </p:txBody>
      </p:sp>
      <p:sp>
        <p:nvSpPr>
          <p:cNvPr id="5" name="Footer Placeholder 4">
            <a:extLst>
              <a:ext uri="{FF2B5EF4-FFF2-40B4-BE49-F238E27FC236}">
                <a16:creationId xmlns:a16="http://schemas.microsoft.com/office/drawing/2014/main" id="{D91BB328-C40A-B421-DCE7-30768B9D95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731DC20-D5E3-093C-23E5-4ECCABB5F1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87645-2393-4368-8CDC-FFB9F3CA674E}" type="slidenum">
              <a:rPr lang="en-IN" smtClean="0"/>
              <a:t>‹#›</a:t>
            </a:fld>
            <a:endParaRPr lang="en-IN"/>
          </a:p>
        </p:txBody>
      </p:sp>
    </p:spTree>
    <p:extLst>
      <p:ext uri="{BB962C8B-B14F-4D97-AF65-F5344CB8AC3E}">
        <p14:creationId xmlns:p14="http://schemas.microsoft.com/office/powerpoint/2010/main" val="424034946"/>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11.png"/><Relationship Id="rId18" Type="http://schemas.openxmlformats.org/officeDocument/2006/relationships/customXml" Target="../ink/ink8.xml"/><Relationship Id="rId3" Type="http://schemas.openxmlformats.org/officeDocument/2006/relationships/image" Target="../media/image6.png"/><Relationship Id="rId7" Type="http://schemas.openxmlformats.org/officeDocument/2006/relationships/image" Target="../media/image8.png"/><Relationship Id="rId12" Type="http://schemas.openxmlformats.org/officeDocument/2006/relationships/customXml" Target="../ink/ink5.xml"/><Relationship Id="rId17" Type="http://schemas.openxmlformats.org/officeDocument/2006/relationships/image" Target="../media/image13.png"/><Relationship Id="rId2" Type="http://schemas.openxmlformats.org/officeDocument/2006/relationships/notesSlide" Target="../notesSlides/notesSlide2.xml"/><Relationship Id="rId16" Type="http://schemas.openxmlformats.org/officeDocument/2006/relationships/customXml" Target="../ink/ink7.xml"/><Relationship Id="rId1" Type="http://schemas.openxmlformats.org/officeDocument/2006/relationships/slideLayout" Target="../slideLayouts/slideLayout2.xml"/><Relationship Id="rId6" Type="http://schemas.openxmlformats.org/officeDocument/2006/relationships/customXml" Target="../ink/ink2.xml"/><Relationship Id="rId11" Type="http://schemas.openxmlformats.org/officeDocument/2006/relationships/image" Target="../media/image10.png"/><Relationship Id="rId5" Type="http://schemas.openxmlformats.org/officeDocument/2006/relationships/image" Target="../media/image7.png"/><Relationship Id="rId15" Type="http://schemas.openxmlformats.org/officeDocument/2006/relationships/image" Target="../media/image12.png"/><Relationship Id="rId10" Type="http://schemas.openxmlformats.org/officeDocument/2006/relationships/customXml" Target="../ink/ink4.xml"/><Relationship Id="rId19" Type="http://schemas.openxmlformats.org/officeDocument/2006/relationships/image" Target="../media/image14.png"/><Relationship Id="rId4" Type="http://schemas.openxmlformats.org/officeDocument/2006/relationships/customXml" Target="../ink/ink1.xml"/><Relationship Id="rId9" Type="http://schemas.openxmlformats.org/officeDocument/2006/relationships/image" Target="../media/image9.png"/><Relationship Id="rId14" Type="http://schemas.openxmlformats.org/officeDocument/2006/relationships/customXml" Target="../ink/ink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B86C-A54D-E6D3-DF3E-BB70F8A6A196}"/>
              </a:ext>
            </a:extLst>
          </p:cNvPr>
          <p:cNvSpPr>
            <a:spLocks noGrp="1"/>
          </p:cNvSpPr>
          <p:nvPr>
            <p:ph type="ctrTitle"/>
          </p:nvPr>
        </p:nvSpPr>
        <p:spPr/>
        <p:txBody>
          <a:bodyPr/>
          <a:lstStyle/>
          <a:p>
            <a:r>
              <a:rPr lang="en-IN" dirty="0"/>
              <a:t>Data Link Layer</a:t>
            </a:r>
          </a:p>
        </p:txBody>
      </p:sp>
      <p:sp>
        <p:nvSpPr>
          <p:cNvPr id="3" name="Subtitle 2">
            <a:extLst>
              <a:ext uri="{FF2B5EF4-FFF2-40B4-BE49-F238E27FC236}">
                <a16:creationId xmlns:a16="http://schemas.microsoft.com/office/drawing/2014/main" id="{D6DCC32B-0BC0-7BE3-CE99-8E67F2B35360}"/>
              </a:ext>
            </a:extLst>
          </p:cNvPr>
          <p:cNvSpPr>
            <a:spLocks noGrp="1"/>
          </p:cNvSpPr>
          <p:nvPr>
            <p:ph type="subTitle" idx="1"/>
          </p:nvPr>
        </p:nvSpPr>
        <p:spPr/>
        <p:txBody>
          <a:bodyPr/>
          <a:lstStyle/>
          <a:p>
            <a:r>
              <a:rPr lang="en-IN" dirty="0"/>
              <a:t>Unit - 2</a:t>
            </a:r>
          </a:p>
        </p:txBody>
      </p:sp>
    </p:spTree>
    <p:extLst>
      <p:ext uri="{BB962C8B-B14F-4D97-AF65-F5344CB8AC3E}">
        <p14:creationId xmlns:p14="http://schemas.microsoft.com/office/powerpoint/2010/main" val="3072495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9776B-C6E0-4611-FDE9-7EB7CC8AFE89}"/>
              </a:ext>
            </a:extLst>
          </p:cNvPr>
          <p:cNvSpPr>
            <a:spLocks noGrp="1"/>
          </p:cNvSpPr>
          <p:nvPr>
            <p:ph type="title"/>
          </p:nvPr>
        </p:nvSpPr>
        <p:spPr/>
        <p:txBody>
          <a:bodyPr/>
          <a:lstStyle/>
          <a:p>
            <a:r>
              <a:rPr lang="en-US" dirty="0"/>
              <a:t>DATA LINK LAYER DESIGN ISSUES</a:t>
            </a:r>
            <a:endParaRPr lang="en-IN" dirty="0"/>
          </a:p>
        </p:txBody>
      </p:sp>
      <p:sp>
        <p:nvSpPr>
          <p:cNvPr id="3" name="Content Placeholder 2">
            <a:extLst>
              <a:ext uri="{FF2B5EF4-FFF2-40B4-BE49-F238E27FC236}">
                <a16:creationId xmlns:a16="http://schemas.microsoft.com/office/drawing/2014/main" id="{F0961B70-6B4C-2DD0-93CC-36A1319B3830}"/>
              </a:ext>
            </a:extLst>
          </p:cNvPr>
          <p:cNvSpPr>
            <a:spLocks noGrp="1"/>
          </p:cNvSpPr>
          <p:nvPr>
            <p:ph idx="1"/>
          </p:nvPr>
        </p:nvSpPr>
        <p:spPr/>
        <p:txBody>
          <a:bodyPr/>
          <a:lstStyle/>
          <a:p>
            <a:pPr>
              <a:buFont typeface="Arial" panose="020B0604020202020204" pitchFamily="34" charset="0"/>
              <a:buChar char="•"/>
            </a:pPr>
            <a:r>
              <a:rPr lang="en-US" dirty="0"/>
              <a:t> </a:t>
            </a:r>
            <a:r>
              <a:rPr lang="en-US" sz="2800" dirty="0"/>
              <a:t>Uses the services of the physical layer to send and receive bits over communication channels.</a:t>
            </a:r>
          </a:p>
          <a:p>
            <a:pPr>
              <a:buFont typeface="Arial" panose="020B0604020202020204" pitchFamily="34" charset="0"/>
              <a:buChar char="•"/>
            </a:pPr>
            <a:r>
              <a:rPr lang="en-US" dirty="0"/>
              <a:t>Function of the Data Link Layer</a:t>
            </a:r>
          </a:p>
          <a:p>
            <a:pPr lvl="1"/>
            <a:r>
              <a:rPr lang="en-US" b="1" dirty="0"/>
              <a:t>Providing a well-defined service interface to the network layer.</a:t>
            </a:r>
          </a:p>
          <a:p>
            <a:pPr lvl="1"/>
            <a:r>
              <a:rPr lang="en-US" b="1" dirty="0"/>
              <a:t>Dealing with transmission errors.</a:t>
            </a:r>
          </a:p>
          <a:p>
            <a:pPr lvl="1"/>
            <a:r>
              <a:rPr lang="en-US" b="1" dirty="0"/>
              <a:t>Regulating the flow of data so that slow receivers are not swamped by fast senders.</a:t>
            </a:r>
          </a:p>
          <a:p>
            <a:r>
              <a:rPr lang="en-US" dirty="0"/>
              <a:t>The data link layer takes the packets it gets from the network layer and encapsulates them into frames for transmission.</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1520461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923A2-25C3-09B9-711F-E2AEFE98F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6E7075-73E1-3258-494C-259267ACB701}"/>
              </a:ext>
            </a:extLst>
          </p:cNvPr>
          <p:cNvSpPr>
            <a:spLocks noGrp="1"/>
          </p:cNvSpPr>
          <p:nvPr>
            <p:ph type="title"/>
          </p:nvPr>
        </p:nvSpPr>
        <p:spPr/>
        <p:txBody>
          <a:bodyPr/>
          <a:lstStyle/>
          <a:p>
            <a:r>
              <a:rPr lang="en-US" dirty="0"/>
              <a:t>DATA LINK LAYER DESIGN ISSUES</a:t>
            </a:r>
            <a:endParaRPr lang="en-IN" dirty="0"/>
          </a:p>
        </p:txBody>
      </p:sp>
      <p:sp>
        <p:nvSpPr>
          <p:cNvPr id="3" name="Content Placeholder 2">
            <a:extLst>
              <a:ext uri="{FF2B5EF4-FFF2-40B4-BE49-F238E27FC236}">
                <a16:creationId xmlns:a16="http://schemas.microsoft.com/office/drawing/2014/main" id="{FCE7CCB5-E6DA-27CA-5C94-319526D9B960}"/>
              </a:ext>
            </a:extLst>
          </p:cNvPr>
          <p:cNvSpPr>
            <a:spLocks noGrp="1"/>
          </p:cNvSpPr>
          <p:nvPr>
            <p:ph idx="1"/>
          </p:nvPr>
        </p:nvSpPr>
        <p:spPr/>
        <p:txBody>
          <a:bodyPr/>
          <a:lstStyle/>
          <a:p>
            <a:pPr>
              <a:buFont typeface="Arial" panose="020B0604020202020204" pitchFamily="34" charset="0"/>
              <a:buChar char="•"/>
            </a:pPr>
            <a:r>
              <a:rPr lang="en-IN" dirty="0"/>
              <a:t>Framing is the heart of Data Link Layer</a:t>
            </a:r>
          </a:p>
          <a:p>
            <a:pPr>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E23ECD2D-1059-9F2B-9168-0A676BAF99F8}"/>
              </a:ext>
            </a:extLst>
          </p:cNvPr>
          <p:cNvPicPr>
            <a:picLocks noChangeAspect="1"/>
          </p:cNvPicPr>
          <p:nvPr/>
        </p:nvPicPr>
        <p:blipFill>
          <a:blip r:embed="rId2"/>
          <a:srcRect r="3120"/>
          <a:stretch/>
        </p:blipFill>
        <p:spPr>
          <a:xfrm>
            <a:off x="1844710" y="2387154"/>
            <a:ext cx="8852787" cy="3431540"/>
          </a:xfrm>
          <a:prstGeom prst="rect">
            <a:avLst/>
          </a:prstGeom>
        </p:spPr>
      </p:pic>
      <p:sp>
        <p:nvSpPr>
          <p:cNvPr id="7" name="TextBox 6">
            <a:extLst>
              <a:ext uri="{FF2B5EF4-FFF2-40B4-BE49-F238E27FC236}">
                <a16:creationId xmlns:a16="http://schemas.microsoft.com/office/drawing/2014/main" id="{53C7DB24-6011-A493-3BC2-3C30C0B7B2AC}"/>
              </a:ext>
            </a:extLst>
          </p:cNvPr>
          <p:cNvSpPr txBox="1"/>
          <p:nvPr/>
        </p:nvSpPr>
        <p:spPr>
          <a:xfrm>
            <a:off x="3598605" y="5628497"/>
            <a:ext cx="6096000" cy="369332"/>
          </a:xfrm>
          <a:prstGeom prst="rect">
            <a:avLst/>
          </a:prstGeom>
          <a:noFill/>
        </p:spPr>
        <p:txBody>
          <a:bodyPr wrap="square">
            <a:spAutoFit/>
          </a:bodyPr>
          <a:lstStyle/>
          <a:p>
            <a:r>
              <a:rPr lang="en-US" b="1" dirty="0"/>
              <a:t>Figure 3-1. Relationship between packets and frames.</a:t>
            </a:r>
            <a:endParaRPr lang="en-IN" b="1" dirty="0"/>
          </a:p>
        </p:txBody>
      </p:sp>
    </p:spTree>
    <p:extLst>
      <p:ext uri="{BB962C8B-B14F-4D97-AF65-F5344CB8AC3E}">
        <p14:creationId xmlns:p14="http://schemas.microsoft.com/office/powerpoint/2010/main" val="3200837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E2645-932E-413B-16AE-FC7638CB47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B80879-BF45-D69F-5706-92E9A0E8AE3F}"/>
              </a:ext>
            </a:extLst>
          </p:cNvPr>
          <p:cNvSpPr>
            <a:spLocks noGrp="1"/>
          </p:cNvSpPr>
          <p:nvPr>
            <p:ph type="title"/>
          </p:nvPr>
        </p:nvSpPr>
        <p:spPr/>
        <p:txBody>
          <a:bodyPr/>
          <a:lstStyle/>
          <a:p>
            <a:r>
              <a:rPr lang="en-US" dirty="0"/>
              <a:t>DATA LINK LAYER DESIGN ISSUES</a:t>
            </a:r>
            <a:endParaRPr lang="en-IN" dirty="0"/>
          </a:p>
        </p:txBody>
      </p:sp>
      <p:sp>
        <p:nvSpPr>
          <p:cNvPr id="3" name="Content Placeholder 2">
            <a:extLst>
              <a:ext uri="{FF2B5EF4-FFF2-40B4-BE49-F238E27FC236}">
                <a16:creationId xmlns:a16="http://schemas.microsoft.com/office/drawing/2014/main" id="{3655715B-EB45-6DCF-726D-8823FC0FCA94}"/>
              </a:ext>
            </a:extLst>
          </p:cNvPr>
          <p:cNvSpPr>
            <a:spLocks noGrp="1"/>
          </p:cNvSpPr>
          <p:nvPr>
            <p:ph idx="1"/>
          </p:nvPr>
        </p:nvSpPr>
        <p:spPr/>
        <p:txBody>
          <a:bodyPr/>
          <a:lstStyle/>
          <a:p>
            <a:pPr>
              <a:buFont typeface="Arial" panose="020B0604020202020204" pitchFamily="34" charset="0"/>
              <a:buChar char="•"/>
            </a:pPr>
            <a:r>
              <a:rPr lang="en-IN" dirty="0"/>
              <a:t>Framing is the heart of Data Link Layer</a:t>
            </a:r>
          </a:p>
          <a:p>
            <a:pPr>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75301FE1-B0F5-8DD5-8525-88D69A6DC59F}"/>
              </a:ext>
            </a:extLst>
          </p:cNvPr>
          <p:cNvPicPr>
            <a:picLocks noChangeAspect="1"/>
          </p:cNvPicPr>
          <p:nvPr/>
        </p:nvPicPr>
        <p:blipFill>
          <a:blip r:embed="rId2"/>
          <a:srcRect r="3120"/>
          <a:stretch/>
        </p:blipFill>
        <p:spPr>
          <a:xfrm>
            <a:off x="1844710" y="2387154"/>
            <a:ext cx="8852787" cy="3431540"/>
          </a:xfrm>
          <a:prstGeom prst="rect">
            <a:avLst/>
          </a:prstGeom>
        </p:spPr>
      </p:pic>
      <p:sp>
        <p:nvSpPr>
          <p:cNvPr id="7" name="TextBox 6">
            <a:extLst>
              <a:ext uri="{FF2B5EF4-FFF2-40B4-BE49-F238E27FC236}">
                <a16:creationId xmlns:a16="http://schemas.microsoft.com/office/drawing/2014/main" id="{66DC0D62-BC6C-9A70-B37B-669E2F9F9D62}"/>
              </a:ext>
            </a:extLst>
          </p:cNvPr>
          <p:cNvSpPr txBox="1"/>
          <p:nvPr/>
        </p:nvSpPr>
        <p:spPr>
          <a:xfrm>
            <a:off x="3598605" y="5628497"/>
            <a:ext cx="6096000" cy="369332"/>
          </a:xfrm>
          <a:prstGeom prst="rect">
            <a:avLst/>
          </a:prstGeom>
          <a:noFill/>
        </p:spPr>
        <p:txBody>
          <a:bodyPr wrap="square">
            <a:spAutoFit/>
          </a:bodyPr>
          <a:lstStyle/>
          <a:p>
            <a:r>
              <a:rPr lang="en-US" b="1" dirty="0"/>
              <a:t>Figure 3-1. Relationship between packets and frames.</a:t>
            </a:r>
            <a:endParaRPr lang="en-IN" b="1" dirty="0"/>
          </a:p>
        </p:txBody>
      </p:sp>
    </p:spTree>
    <p:extLst>
      <p:ext uri="{BB962C8B-B14F-4D97-AF65-F5344CB8AC3E}">
        <p14:creationId xmlns:p14="http://schemas.microsoft.com/office/powerpoint/2010/main" val="1013813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C5E1D-D7EB-0FDA-1ECD-726FACF58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DAAAE-2998-DC36-2BB1-9F4DAC9D82AE}"/>
              </a:ext>
            </a:extLst>
          </p:cNvPr>
          <p:cNvSpPr>
            <a:spLocks noGrp="1"/>
          </p:cNvSpPr>
          <p:nvPr>
            <p:ph type="title"/>
          </p:nvPr>
        </p:nvSpPr>
        <p:spPr/>
        <p:txBody>
          <a:bodyPr/>
          <a:lstStyle/>
          <a:p>
            <a:r>
              <a:rPr lang="en-US" dirty="0"/>
              <a:t>DATA LINK LAYER DESIGN ISSUES</a:t>
            </a:r>
            <a:endParaRPr lang="en-IN" dirty="0"/>
          </a:p>
        </p:txBody>
      </p:sp>
      <p:sp>
        <p:nvSpPr>
          <p:cNvPr id="3" name="Content Placeholder 2">
            <a:extLst>
              <a:ext uri="{FF2B5EF4-FFF2-40B4-BE49-F238E27FC236}">
                <a16:creationId xmlns:a16="http://schemas.microsoft.com/office/drawing/2014/main" id="{D896001B-922B-B5FA-A924-324BEC0E5145}"/>
              </a:ext>
            </a:extLst>
          </p:cNvPr>
          <p:cNvSpPr>
            <a:spLocks noGrp="1"/>
          </p:cNvSpPr>
          <p:nvPr>
            <p:ph idx="1"/>
          </p:nvPr>
        </p:nvSpPr>
        <p:spPr>
          <a:xfrm>
            <a:off x="916858" y="1439065"/>
            <a:ext cx="10515600" cy="4351338"/>
          </a:xfrm>
        </p:spPr>
        <p:txBody>
          <a:bodyPr/>
          <a:lstStyle/>
          <a:p>
            <a:pPr>
              <a:buFont typeface="Arial" panose="020B0604020202020204" pitchFamily="34" charset="0"/>
              <a:buChar char="•"/>
            </a:pPr>
            <a:r>
              <a:rPr lang="en-IN" dirty="0"/>
              <a:t>Receive Data from the Network Layer of Sending Machine and Sends to the Network Layer of Receiving Machine.</a:t>
            </a:r>
          </a:p>
          <a:p>
            <a:pPr>
              <a:buFont typeface="Arial" panose="020B0604020202020204" pitchFamily="34" charset="0"/>
              <a:buChar char="•"/>
            </a:pPr>
            <a:endParaRPr lang="en-IN" dirty="0"/>
          </a:p>
        </p:txBody>
      </p:sp>
      <p:pic>
        <p:nvPicPr>
          <p:cNvPr id="6" name="Picture 5">
            <a:extLst>
              <a:ext uri="{FF2B5EF4-FFF2-40B4-BE49-F238E27FC236}">
                <a16:creationId xmlns:a16="http://schemas.microsoft.com/office/drawing/2014/main" id="{F870D381-EE55-4ECD-3BA1-4DC9CBBFB632}"/>
              </a:ext>
            </a:extLst>
          </p:cNvPr>
          <p:cNvPicPr>
            <a:picLocks noChangeAspect="1"/>
          </p:cNvPicPr>
          <p:nvPr/>
        </p:nvPicPr>
        <p:blipFill>
          <a:blip r:embed="rId2"/>
          <a:stretch>
            <a:fillRect/>
          </a:stretch>
        </p:blipFill>
        <p:spPr>
          <a:xfrm>
            <a:off x="1828800" y="2259268"/>
            <a:ext cx="8386915" cy="3837859"/>
          </a:xfrm>
          <a:prstGeom prst="rect">
            <a:avLst/>
          </a:prstGeom>
        </p:spPr>
      </p:pic>
      <p:sp>
        <p:nvSpPr>
          <p:cNvPr id="9" name="TextBox 8">
            <a:extLst>
              <a:ext uri="{FF2B5EF4-FFF2-40B4-BE49-F238E27FC236}">
                <a16:creationId xmlns:a16="http://schemas.microsoft.com/office/drawing/2014/main" id="{85C84C13-1BA0-F866-3D63-BAB825C01D99}"/>
              </a:ext>
            </a:extLst>
          </p:cNvPr>
          <p:cNvSpPr txBox="1"/>
          <p:nvPr/>
        </p:nvSpPr>
        <p:spPr>
          <a:xfrm>
            <a:off x="2664541" y="5989651"/>
            <a:ext cx="7393859" cy="369332"/>
          </a:xfrm>
          <a:prstGeom prst="rect">
            <a:avLst/>
          </a:prstGeom>
          <a:noFill/>
        </p:spPr>
        <p:txBody>
          <a:bodyPr wrap="square">
            <a:spAutoFit/>
          </a:bodyPr>
          <a:lstStyle/>
          <a:p>
            <a:r>
              <a:rPr lang="en-IN" dirty="0"/>
              <a:t>Figure 3-2. (a) Virtual communication. (b) Actual communication.</a:t>
            </a:r>
          </a:p>
        </p:txBody>
      </p:sp>
    </p:spTree>
    <p:extLst>
      <p:ext uri="{BB962C8B-B14F-4D97-AF65-F5344CB8AC3E}">
        <p14:creationId xmlns:p14="http://schemas.microsoft.com/office/powerpoint/2010/main" val="1807357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39F31-9147-8A6B-1B36-D2B4BE9FFC28}"/>
              </a:ext>
            </a:extLst>
          </p:cNvPr>
          <p:cNvSpPr>
            <a:spLocks noGrp="1"/>
          </p:cNvSpPr>
          <p:nvPr>
            <p:ph type="title"/>
          </p:nvPr>
        </p:nvSpPr>
        <p:spPr/>
        <p:txBody>
          <a:bodyPr/>
          <a:lstStyle/>
          <a:p>
            <a:r>
              <a:rPr lang="en-IN" dirty="0"/>
              <a:t>Date Link Layer Services</a:t>
            </a:r>
          </a:p>
        </p:txBody>
      </p:sp>
      <p:sp>
        <p:nvSpPr>
          <p:cNvPr id="3" name="Content Placeholder 2">
            <a:extLst>
              <a:ext uri="{FF2B5EF4-FFF2-40B4-BE49-F238E27FC236}">
                <a16:creationId xmlns:a16="http://schemas.microsoft.com/office/drawing/2014/main" id="{2CD7C6CA-5D6C-0B45-BDD0-6F82A82AED33}"/>
              </a:ext>
            </a:extLst>
          </p:cNvPr>
          <p:cNvSpPr>
            <a:spLocks noGrp="1"/>
          </p:cNvSpPr>
          <p:nvPr>
            <p:ph idx="1"/>
          </p:nvPr>
        </p:nvSpPr>
        <p:spPr/>
        <p:txBody>
          <a:bodyPr>
            <a:normAutofit/>
          </a:bodyPr>
          <a:lstStyle/>
          <a:p>
            <a:r>
              <a:rPr lang="en-US" sz="3200" dirty="0"/>
              <a:t>Data link layer can be designed to offer various services which may vary from protocol to protocol.</a:t>
            </a:r>
          </a:p>
          <a:p>
            <a:pPr lvl="1"/>
            <a:r>
              <a:rPr lang="en-US" sz="3200" dirty="0"/>
              <a:t>Unacknowledged connectionless service.</a:t>
            </a:r>
          </a:p>
          <a:p>
            <a:pPr lvl="1"/>
            <a:r>
              <a:rPr lang="en-US" sz="3200" dirty="0"/>
              <a:t>Acknowledged connectionless service.</a:t>
            </a:r>
          </a:p>
          <a:p>
            <a:pPr lvl="1"/>
            <a:r>
              <a:rPr lang="en-US" sz="3200" dirty="0"/>
              <a:t>Acknowledged connection-oriented service</a:t>
            </a:r>
            <a:endParaRPr lang="en-IN" sz="3200" dirty="0"/>
          </a:p>
        </p:txBody>
      </p:sp>
    </p:spTree>
    <p:extLst>
      <p:ext uri="{BB962C8B-B14F-4D97-AF65-F5344CB8AC3E}">
        <p14:creationId xmlns:p14="http://schemas.microsoft.com/office/powerpoint/2010/main" val="15148225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CA862-159C-D169-64EF-17F8ED820EA3}"/>
              </a:ext>
            </a:extLst>
          </p:cNvPr>
          <p:cNvSpPr>
            <a:spLocks noGrp="1"/>
          </p:cNvSpPr>
          <p:nvPr>
            <p:ph type="title"/>
          </p:nvPr>
        </p:nvSpPr>
        <p:spPr/>
        <p:txBody>
          <a:bodyPr/>
          <a:lstStyle/>
          <a:p>
            <a:r>
              <a:rPr lang="en-IN" dirty="0"/>
              <a:t>Framing</a:t>
            </a:r>
          </a:p>
        </p:txBody>
      </p:sp>
      <p:sp>
        <p:nvSpPr>
          <p:cNvPr id="3" name="Content Placeholder 2">
            <a:extLst>
              <a:ext uri="{FF2B5EF4-FFF2-40B4-BE49-F238E27FC236}">
                <a16:creationId xmlns:a16="http://schemas.microsoft.com/office/drawing/2014/main" id="{5C8757B8-41F2-F945-955B-873F0407B60C}"/>
              </a:ext>
            </a:extLst>
          </p:cNvPr>
          <p:cNvSpPr>
            <a:spLocks noGrp="1"/>
          </p:cNvSpPr>
          <p:nvPr>
            <p:ph idx="1"/>
          </p:nvPr>
        </p:nvSpPr>
        <p:spPr>
          <a:xfrm>
            <a:off x="838200" y="1464546"/>
            <a:ext cx="10515600" cy="4351338"/>
          </a:xfrm>
        </p:spPr>
        <p:txBody>
          <a:bodyPr>
            <a:normAutofit/>
          </a:bodyPr>
          <a:lstStyle/>
          <a:p>
            <a:r>
              <a:rPr lang="en-US" b="1" dirty="0"/>
              <a:t>Accept Bit Stream from Physical Layer</a:t>
            </a:r>
          </a:p>
          <a:p>
            <a:pPr lvl="1"/>
            <a:r>
              <a:rPr lang="en-US" dirty="0"/>
              <a:t>Receive the raw bit stream from the physical layer.</a:t>
            </a:r>
          </a:p>
          <a:p>
            <a:pPr lvl="1"/>
            <a:r>
              <a:rPr lang="en-US" dirty="0"/>
              <a:t>Identify if the bit stream contains errors introduced due to noise in the channel.</a:t>
            </a:r>
          </a:p>
          <a:p>
            <a:r>
              <a:rPr lang="en-US" b="1" dirty="0"/>
              <a:t>Frame Construction</a:t>
            </a:r>
          </a:p>
          <a:p>
            <a:pPr lvl="1"/>
            <a:r>
              <a:rPr lang="en-US" dirty="0"/>
              <a:t>Divide the incoming bit stream into discrete frames.</a:t>
            </a:r>
          </a:p>
          <a:p>
            <a:pPr lvl="1"/>
            <a:r>
              <a:rPr lang="en-US" dirty="0"/>
              <a:t>Compute a </a:t>
            </a:r>
            <a:r>
              <a:rPr lang="en-US" b="1" dirty="0"/>
              <a:t>checksum</a:t>
            </a:r>
            <a:r>
              <a:rPr lang="en-US" dirty="0"/>
              <a:t> for each frame using an error-detection algorithm.</a:t>
            </a:r>
          </a:p>
          <a:p>
            <a:pPr lvl="1"/>
            <a:r>
              <a:rPr lang="en-US" dirty="0"/>
              <a:t>Append the checksum to the frame before transmission.</a:t>
            </a:r>
          </a:p>
          <a:p>
            <a:r>
              <a:rPr lang="en-US" b="1" dirty="0"/>
              <a:t>Frame Transmission</a:t>
            </a:r>
          </a:p>
          <a:p>
            <a:pPr lvl="1"/>
            <a:r>
              <a:rPr lang="en-US" dirty="0"/>
              <a:t>Send the framed data to the destination over the physical layer.</a:t>
            </a:r>
          </a:p>
          <a:p>
            <a:endParaRPr lang="en-US" dirty="0"/>
          </a:p>
          <a:p>
            <a:pPr lvl="1"/>
            <a:endParaRPr lang="en-US" dirty="0"/>
          </a:p>
        </p:txBody>
      </p:sp>
    </p:spTree>
    <p:extLst>
      <p:ext uri="{BB962C8B-B14F-4D97-AF65-F5344CB8AC3E}">
        <p14:creationId xmlns:p14="http://schemas.microsoft.com/office/powerpoint/2010/main" val="108646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CA862-159C-D169-64EF-17F8ED820EA3}"/>
              </a:ext>
            </a:extLst>
          </p:cNvPr>
          <p:cNvSpPr>
            <a:spLocks noGrp="1"/>
          </p:cNvSpPr>
          <p:nvPr>
            <p:ph type="title"/>
          </p:nvPr>
        </p:nvSpPr>
        <p:spPr/>
        <p:txBody>
          <a:bodyPr/>
          <a:lstStyle/>
          <a:p>
            <a:r>
              <a:rPr lang="en-IN" dirty="0"/>
              <a:t>Framing</a:t>
            </a:r>
          </a:p>
        </p:txBody>
      </p:sp>
      <p:sp>
        <p:nvSpPr>
          <p:cNvPr id="3" name="Content Placeholder 2">
            <a:extLst>
              <a:ext uri="{FF2B5EF4-FFF2-40B4-BE49-F238E27FC236}">
                <a16:creationId xmlns:a16="http://schemas.microsoft.com/office/drawing/2014/main" id="{5C8757B8-41F2-F945-955B-873F0407B60C}"/>
              </a:ext>
            </a:extLst>
          </p:cNvPr>
          <p:cNvSpPr>
            <a:spLocks noGrp="1"/>
          </p:cNvSpPr>
          <p:nvPr>
            <p:ph idx="1"/>
          </p:nvPr>
        </p:nvSpPr>
        <p:spPr>
          <a:xfrm>
            <a:off x="916858" y="1461830"/>
            <a:ext cx="10515600" cy="4715449"/>
          </a:xfrm>
        </p:spPr>
        <p:txBody>
          <a:bodyPr>
            <a:normAutofit lnSpcReduction="10000"/>
          </a:bodyPr>
          <a:lstStyle/>
          <a:p>
            <a:r>
              <a:rPr lang="en-US" b="1" dirty="0"/>
              <a:t>Frame Reception and Error Detection</a:t>
            </a:r>
          </a:p>
          <a:p>
            <a:pPr lvl="1"/>
            <a:r>
              <a:rPr lang="en-US" dirty="0"/>
              <a:t>At the receiver’s end, extract the received frame.</a:t>
            </a:r>
          </a:p>
          <a:p>
            <a:pPr lvl="1"/>
            <a:r>
              <a:rPr lang="en-US" dirty="0"/>
              <a:t>Recompute the </a:t>
            </a:r>
            <a:r>
              <a:rPr lang="en-US" b="1" dirty="0"/>
              <a:t>checksum</a:t>
            </a:r>
            <a:r>
              <a:rPr lang="en-US" dirty="0"/>
              <a:t> based on the received data.</a:t>
            </a:r>
          </a:p>
          <a:p>
            <a:pPr lvl="1"/>
            <a:r>
              <a:rPr lang="en-US" dirty="0"/>
              <a:t>Compare the computed checksum with the checksum included in the received frame.</a:t>
            </a:r>
          </a:p>
          <a:p>
            <a:r>
              <a:rPr lang="en-US" b="1" dirty="0"/>
              <a:t>Error Handling</a:t>
            </a:r>
          </a:p>
          <a:p>
            <a:pPr lvl="1"/>
            <a:r>
              <a:rPr lang="en-US" b="1" dirty="0"/>
              <a:t>If the checksum matches:</a:t>
            </a:r>
          </a:p>
          <a:p>
            <a:pPr lvl="2"/>
            <a:r>
              <a:rPr lang="en-US" dirty="0"/>
              <a:t>The frame is considered error-free and is passed to the network layer.</a:t>
            </a:r>
          </a:p>
          <a:p>
            <a:pPr lvl="1"/>
            <a:r>
              <a:rPr lang="en-US" b="1" dirty="0"/>
              <a:t>If the checksum does not match:</a:t>
            </a:r>
          </a:p>
          <a:p>
            <a:pPr lvl="2"/>
            <a:r>
              <a:rPr lang="en-US" dirty="0"/>
              <a:t>The frame is considered corrupted.</a:t>
            </a:r>
          </a:p>
          <a:p>
            <a:pPr lvl="2"/>
            <a:r>
              <a:rPr lang="en-US" dirty="0"/>
              <a:t>The frame is considered corrupted.</a:t>
            </a:r>
          </a:p>
          <a:p>
            <a:pPr lvl="2"/>
            <a:r>
              <a:rPr lang="en-US" dirty="0"/>
              <a:t>The receiver discards the erroneous frame.</a:t>
            </a:r>
          </a:p>
          <a:p>
            <a:pPr lvl="2"/>
            <a:r>
              <a:rPr lang="en-US" dirty="0"/>
              <a:t>Optionally, the receiver sends an error report or a request for retransmission.</a:t>
            </a:r>
          </a:p>
          <a:p>
            <a:pPr lvl="2"/>
            <a:endParaRPr lang="en-US" dirty="0"/>
          </a:p>
          <a:p>
            <a:pPr lvl="1"/>
            <a:endParaRPr lang="en-US" dirty="0"/>
          </a:p>
          <a:p>
            <a:pPr lvl="1"/>
            <a:endParaRPr lang="en-US" dirty="0"/>
          </a:p>
        </p:txBody>
      </p:sp>
    </p:spTree>
    <p:extLst>
      <p:ext uri="{BB962C8B-B14F-4D97-AF65-F5344CB8AC3E}">
        <p14:creationId xmlns:p14="http://schemas.microsoft.com/office/powerpoint/2010/main" val="2385239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CA862-159C-D169-64EF-17F8ED820EA3}"/>
              </a:ext>
            </a:extLst>
          </p:cNvPr>
          <p:cNvSpPr>
            <a:spLocks noGrp="1"/>
          </p:cNvSpPr>
          <p:nvPr>
            <p:ph type="title"/>
          </p:nvPr>
        </p:nvSpPr>
        <p:spPr/>
        <p:txBody>
          <a:bodyPr/>
          <a:lstStyle/>
          <a:p>
            <a:r>
              <a:rPr lang="en-IN" dirty="0"/>
              <a:t>Framing</a:t>
            </a:r>
          </a:p>
        </p:txBody>
      </p:sp>
      <p:sp>
        <p:nvSpPr>
          <p:cNvPr id="3" name="Content Placeholder 2">
            <a:extLst>
              <a:ext uri="{FF2B5EF4-FFF2-40B4-BE49-F238E27FC236}">
                <a16:creationId xmlns:a16="http://schemas.microsoft.com/office/drawing/2014/main" id="{5C8757B8-41F2-F945-955B-873F0407B60C}"/>
              </a:ext>
            </a:extLst>
          </p:cNvPr>
          <p:cNvSpPr>
            <a:spLocks noGrp="1"/>
          </p:cNvSpPr>
          <p:nvPr>
            <p:ph idx="1"/>
          </p:nvPr>
        </p:nvSpPr>
        <p:spPr/>
        <p:txBody>
          <a:bodyPr>
            <a:normAutofit/>
          </a:bodyPr>
          <a:lstStyle/>
          <a:p>
            <a:r>
              <a:rPr lang="en-US" b="1" dirty="0"/>
              <a:t>Frame Synchronization</a:t>
            </a:r>
          </a:p>
          <a:p>
            <a:pPr lvl="1"/>
            <a:r>
              <a:rPr lang="en-US" dirty="0"/>
              <a:t>Ensure proper framing by using techniques to detect frame boundaries (e.g., byte stuffing, bit stuffing, or synchronization patterns).</a:t>
            </a:r>
          </a:p>
          <a:p>
            <a:pPr lvl="1"/>
            <a:r>
              <a:rPr lang="en-US" dirty="0"/>
              <a:t>Continue processing the next frames.</a:t>
            </a:r>
          </a:p>
          <a:p>
            <a:r>
              <a:rPr lang="en-US" b="1" dirty="0"/>
              <a:t>Methods for Frame Synchronization</a:t>
            </a:r>
          </a:p>
          <a:p>
            <a:pPr lvl="1"/>
            <a:r>
              <a:rPr lang="en-US" dirty="0"/>
              <a:t>1. Byte count. </a:t>
            </a:r>
          </a:p>
          <a:p>
            <a:pPr lvl="1"/>
            <a:r>
              <a:rPr lang="en-US" dirty="0"/>
              <a:t>2. Flag bytes with byte stuffing. </a:t>
            </a:r>
          </a:p>
          <a:p>
            <a:pPr lvl="1"/>
            <a:r>
              <a:rPr lang="en-US" dirty="0"/>
              <a:t>3. Flag bits with bit stuffing. </a:t>
            </a:r>
          </a:p>
          <a:p>
            <a:pPr lvl="1"/>
            <a:r>
              <a:rPr lang="en-US" dirty="0"/>
              <a:t>4. Physical layer coding violations.</a:t>
            </a:r>
          </a:p>
        </p:txBody>
      </p:sp>
    </p:spTree>
    <p:extLst>
      <p:ext uri="{BB962C8B-B14F-4D97-AF65-F5344CB8AC3E}">
        <p14:creationId xmlns:p14="http://schemas.microsoft.com/office/powerpoint/2010/main" val="4069618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D7C427-269C-8C8F-F778-4BC2DF7D74C1}"/>
              </a:ext>
            </a:extLst>
          </p:cNvPr>
          <p:cNvSpPr>
            <a:spLocks noGrp="1"/>
          </p:cNvSpPr>
          <p:nvPr>
            <p:ph type="title"/>
          </p:nvPr>
        </p:nvSpPr>
        <p:spPr/>
        <p:txBody>
          <a:bodyPr/>
          <a:lstStyle/>
          <a:p>
            <a:r>
              <a:rPr lang="en-US" dirty="0"/>
              <a:t>Byte count.</a:t>
            </a:r>
            <a:endParaRPr lang="en-IN" dirty="0"/>
          </a:p>
        </p:txBody>
      </p:sp>
      <p:pic>
        <p:nvPicPr>
          <p:cNvPr id="5" name="Content Placeholder 4">
            <a:extLst>
              <a:ext uri="{FF2B5EF4-FFF2-40B4-BE49-F238E27FC236}">
                <a16:creationId xmlns:a16="http://schemas.microsoft.com/office/drawing/2014/main" id="{2B35368E-75AC-4CC4-C5F7-E47291394560}"/>
              </a:ext>
            </a:extLst>
          </p:cNvPr>
          <p:cNvPicPr>
            <a:picLocks noGrp="1" noChangeAspect="1"/>
          </p:cNvPicPr>
          <p:nvPr>
            <p:ph idx="1"/>
          </p:nvPr>
        </p:nvPicPr>
        <p:blipFill>
          <a:blip r:embed="rId2"/>
          <a:srcRect l="-321" t="435" r="321" b="5225"/>
          <a:stretch/>
        </p:blipFill>
        <p:spPr>
          <a:xfrm>
            <a:off x="1345634" y="1415528"/>
            <a:ext cx="9500731" cy="2201432"/>
          </a:xfrm>
        </p:spPr>
      </p:pic>
      <p:sp>
        <p:nvSpPr>
          <p:cNvPr id="8" name="TextBox 7">
            <a:extLst>
              <a:ext uri="{FF2B5EF4-FFF2-40B4-BE49-F238E27FC236}">
                <a16:creationId xmlns:a16="http://schemas.microsoft.com/office/drawing/2014/main" id="{A3DAFDD5-8C29-E4B2-AC03-3E02593E5D20}"/>
              </a:ext>
            </a:extLst>
          </p:cNvPr>
          <p:cNvSpPr txBox="1"/>
          <p:nvPr/>
        </p:nvSpPr>
        <p:spPr>
          <a:xfrm>
            <a:off x="1137919" y="4067198"/>
            <a:ext cx="9708445" cy="1569660"/>
          </a:xfrm>
          <a:prstGeom prst="rect">
            <a:avLst/>
          </a:prstGeom>
          <a:noFill/>
        </p:spPr>
        <p:txBody>
          <a:bodyPr wrap="square">
            <a:spAutoFit/>
          </a:bodyPr>
          <a:lstStyle/>
          <a:p>
            <a:pPr marL="285750" indent="-285750">
              <a:buFont typeface="Arial" panose="020B0604020202020204" pitchFamily="34" charset="0"/>
              <a:buChar char="•"/>
            </a:pPr>
            <a:r>
              <a:rPr lang="en-US" sz="2400" dirty="0"/>
              <a:t>Uses a header field to specify the number of bytes in a frame.</a:t>
            </a:r>
          </a:p>
          <a:p>
            <a:pPr marL="285750" indent="-285750">
              <a:buFont typeface="Arial" panose="020B0604020202020204" pitchFamily="34" charset="0"/>
              <a:buChar char="•"/>
            </a:pPr>
            <a:r>
              <a:rPr lang="en-US" sz="2400" dirty="0"/>
              <a:t>The destination reads the byte count to determine the end of the frame.</a:t>
            </a:r>
          </a:p>
          <a:p>
            <a:pPr marL="285750" indent="-285750">
              <a:buFont typeface="Arial" panose="020B0604020202020204" pitchFamily="34" charset="0"/>
              <a:buChar char="•"/>
            </a:pPr>
            <a:r>
              <a:rPr lang="en-US" sz="2400" dirty="0"/>
              <a:t>Example: Frames of sizes 5, 5, 8, and 8 bytes are transmitted sequentially.</a:t>
            </a:r>
            <a:endParaRPr lang="en-IN" sz="2400" dirty="0"/>
          </a:p>
        </p:txBody>
      </p:sp>
    </p:spTree>
    <p:extLst>
      <p:ext uri="{BB962C8B-B14F-4D97-AF65-F5344CB8AC3E}">
        <p14:creationId xmlns:p14="http://schemas.microsoft.com/office/powerpoint/2010/main" val="2782196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73ED4-73FD-AC89-E2E2-DD656B3D8091}"/>
              </a:ext>
            </a:extLst>
          </p:cNvPr>
          <p:cNvSpPr>
            <a:spLocks noGrp="1"/>
          </p:cNvSpPr>
          <p:nvPr>
            <p:ph type="title"/>
          </p:nvPr>
        </p:nvSpPr>
        <p:spPr>
          <a:xfrm>
            <a:off x="838200" y="113982"/>
            <a:ext cx="10515600" cy="1325563"/>
          </a:xfrm>
        </p:spPr>
        <p:txBody>
          <a:bodyPr/>
          <a:lstStyle/>
          <a:p>
            <a:r>
              <a:rPr lang="en-US" dirty="0"/>
              <a:t>Problem with Byte Count Method</a:t>
            </a:r>
            <a:endParaRPr lang="en-IN" dirty="0"/>
          </a:p>
        </p:txBody>
      </p:sp>
      <p:sp>
        <p:nvSpPr>
          <p:cNvPr id="3" name="Content Placeholder 2">
            <a:extLst>
              <a:ext uri="{FF2B5EF4-FFF2-40B4-BE49-F238E27FC236}">
                <a16:creationId xmlns:a16="http://schemas.microsoft.com/office/drawing/2014/main" id="{85CE309A-685B-5C80-47B4-1E4DD0270AF7}"/>
              </a:ext>
            </a:extLst>
          </p:cNvPr>
          <p:cNvSpPr>
            <a:spLocks noGrp="1"/>
          </p:cNvSpPr>
          <p:nvPr>
            <p:ph idx="1"/>
          </p:nvPr>
        </p:nvSpPr>
        <p:spPr>
          <a:xfrm>
            <a:off x="838200" y="1114425"/>
            <a:ext cx="10515600" cy="4351338"/>
          </a:xfrm>
        </p:spPr>
        <p:txBody>
          <a:bodyPr>
            <a:normAutofit fontScale="92500"/>
          </a:bodyPr>
          <a:lstStyle/>
          <a:p>
            <a:r>
              <a:rPr lang="en-US" dirty="0"/>
              <a:t>If the byte count is altered due to a bit error, the receiver loses synchronization.</a:t>
            </a:r>
          </a:p>
          <a:p>
            <a:r>
              <a:rPr lang="en-US" dirty="0"/>
              <a:t>Example: A byte count of 5 changes to 7, causing misalignment.</a:t>
            </a:r>
          </a:p>
          <a:p>
            <a:r>
              <a:rPr lang="en-US" dirty="0"/>
              <a:t>The receiver cannot determine the correct start of the next frame.</a:t>
            </a:r>
          </a:p>
          <a:p>
            <a:r>
              <a:rPr lang="en-US" dirty="0"/>
              <a:t>Even if the checksum detects an error, the receiver:</a:t>
            </a:r>
          </a:p>
          <a:p>
            <a:pPr lvl="1"/>
            <a:r>
              <a:rPr lang="en-US" dirty="0"/>
              <a:t>Does not know where the next frame begins.</a:t>
            </a:r>
          </a:p>
          <a:p>
            <a:pPr lvl="1"/>
            <a:r>
              <a:rPr lang="en-US" dirty="0"/>
              <a:t>Cannot request a proper retransmission.</a:t>
            </a:r>
          </a:p>
          <a:p>
            <a:r>
              <a:rPr lang="en-US" dirty="0"/>
              <a:t>Lack of </a:t>
            </a:r>
            <a:r>
              <a:rPr lang="en-US" b="1" dirty="0"/>
              <a:t>error recovery mechanisms</a:t>
            </a:r>
            <a:r>
              <a:rPr lang="en-US" dirty="0"/>
              <a:t>. </a:t>
            </a:r>
          </a:p>
          <a:p>
            <a:pPr lvl="1"/>
            <a:r>
              <a:rPr lang="en-US" dirty="0"/>
              <a:t>Alternative framing methods (e.g., flag-based framing, bit stuffing) are preferred.</a:t>
            </a:r>
          </a:p>
          <a:p>
            <a:pPr lvl="1"/>
            <a:r>
              <a:rPr lang="en-US" dirty="0"/>
              <a:t>Ensuring reliable synchronization is crucial for efficient communication.</a:t>
            </a:r>
          </a:p>
          <a:p>
            <a:endParaRPr lang="en-IN" dirty="0"/>
          </a:p>
        </p:txBody>
      </p:sp>
      <p:pic>
        <p:nvPicPr>
          <p:cNvPr id="7" name="Picture 6">
            <a:extLst>
              <a:ext uri="{FF2B5EF4-FFF2-40B4-BE49-F238E27FC236}">
                <a16:creationId xmlns:a16="http://schemas.microsoft.com/office/drawing/2014/main" id="{F8259B9B-25D8-B4AD-C998-67F422E06D49}"/>
              </a:ext>
            </a:extLst>
          </p:cNvPr>
          <p:cNvPicPr>
            <a:picLocks noChangeAspect="1"/>
          </p:cNvPicPr>
          <p:nvPr/>
        </p:nvPicPr>
        <p:blipFill>
          <a:blip r:embed="rId2"/>
          <a:stretch>
            <a:fillRect/>
          </a:stretch>
        </p:blipFill>
        <p:spPr>
          <a:xfrm>
            <a:off x="2077720" y="5283041"/>
            <a:ext cx="8036560" cy="1352329"/>
          </a:xfrm>
          <a:prstGeom prst="rect">
            <a:avLst/>
          </a:prstGeom>
        </p:spPr>
      </p:pic>
    </p:spTree>
    <p:extLst>
      <p:ext uri="{BB962C8B-B14F-4D97-AF65-F5344CB8AC3E}">
        <p14:creationId xmlns:p14="http://schemas.microsoft.com/office/powerpoint/2010/main" val="687901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DA7B3-C9E3-33D2-FED6-E3DBE430E2F4}"/>
              </a:ext>
            </a:extLst>
          </p:cNvPr>
          <p:cNvSpPr>
            <a:spLocks noGrp="1"/>
          </p:cNvSpPr>
          <p:nvPr>
            <p:ph type="title"/>
          </p:nvPr>
        </p:nvSpPr>
        <p:spPr/>
        <p:txBody>
          <a:bodyPr/>
          <a:lstStyle/>
          <a:p>
            <a:r>
              <a:rPr lang="en-IN" dirty="0"/>
              <a:t>Flag byte</a:t>
            </a:r>
          </a:p>
        </p:txBody>
      </p:sp>
      <p:pic>
        <p:nvPicPr>
          <p:cNvPr id="5" name="Content Placeholder 4">
            <a:extLst>
              <a:ext uri="{FF2B5EF4-FFF2-40B4-BE49-F238E27FC236}">
                <a16:creationId xmlns:a16="http://schemas.microsoft.com/office/drawing/2014/main" id="{48F38F13-8FE1-5040-A2CA-9156287329D9}"/>
              </a:ext>
            </a:extLst>
          </p:cNvPr>
          <p:cNvPicPr>
            <a:picLocks noGrp="1" noChangeAspect="1"/>
          </p:cNvPicPr>
          <p:nvPr>
            <p:ph idx="1"/>
          </p:nvPr>
        </p:nvPicPr>
        <p:blipFill>
          <a:blip r:embed="rId2"/>
          <a:srcRect l="3333" t="4760" r="4076" b="80373"/>
          <a:stretch/>
        </p:blipFill>
        <p:spPr>
          <a:xfrm>
            <a:off x="1160823" y="1475223"/>
            <a:ext cx="9870354" cy="678697"/>
          </a:xfrm>
        </p:spPr>
      </p:pic>
      <p:sp>
        <p:nvSpPr>
          <p:cNvPr id="8" name="TextBox 7">
            <a:extLst>
              <a:ext uri="{FF2B5EF4-FFF2-40B4-BE49-F238E27FC236}">
                <a16:creationId xmlns:a16="http://schemas.microsoft.com/office/drawing/2014/main" id="{CC71FA6D-64AF-560E-1CBC-56EE350C8E74}"/>
              </a:ext>
            </a:extLst>
          </p:cNvPr>
          <p:cNvSpPr txBox="1"/>
          <p:nvPr/>
        </p:nvSpPr>
        <p:spPr>
          <a:xfrm>
            <a:off x="838200" y="2314575"/>
            <a:ext cx="10515600" cy="336553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dirty="0"/>
              <a:t>Overcomes the resynchronization problem in the Byte Count Method.</a:t>
            </a:r>
          </a:p>
          <a:p>
            <a:pPr marL="285750" indent="-285750">
              <a:lnSpc>
                <a:spcPct val="150000"/>
              </a:lnSpc>
              <a:buFont typeface="Arial" panose="020B0604020202020204" pitchFamily="34" charset="0"/>
              <a:buChar char="•"/>
            </a:pPr>
            <a:r>
              <a:rPr lang="en-US" dirty="0"/>
              <a:t>Uses special bytes to mark the start and end of a frame. </a:t>
            </a:r>
          </a:p>
          <a:p>
            <a:pPr marL="285750" indent="-285750">
              <a:lnSpc>
                <a:spcPct val="150000"/>
              </a:lnSpc>
              <a:buFont typeface="Arial" panose="020B0604020202020204" pitchFamily="34" charset="0"/>
              <a:buChar char="•"/>
            </a:pPr>
            <a:r>
              <a:rPr lang="en-US" dirty="0"/>
              <a:t>Each frame begins and ends with a flag byte (e.g., FLAG).</a:t>
            </a:r>
          </a:p>
          <a:p>
            <a:pPr marL="285750" indent="-285750">
              <a:lnSpc>
                <a:spcPct val="150000"/>
              </a:lnSpc>
              <a:buFont typeface="Arial" panose="020B0604020202020204" pitchFamily="34" charset="0"/>
              <a:buChar char="•"/>
            </a:pPr>
            <a:r>
              <a:rPr lang="en-US" dirty="0"/>
              <a:t>Two consecutive flag bytes indicate: End of one frame, Start of the next frame.</a:t>
            </a:r>
          </a:p>
          <a:p>
            <a:pPr>
              <a:lnSpc>
                <a:spcPct val="150000"/>
              </a:lnSpc>
            </a:pPr>
            <a:r>
              <a:rPr lang="en-US" b="1" dirty="0"/>
              <a:t>The Problem with Flag Byte Framing</a:t>
            </a:r>
          </a:p>
          <a:p>
            <a:pPr marL="285750" indent="-285750">
              <a:lnSpc>
                <a:spcPct val="150000"/>
              </a:lnSpc>
              <a:buFont typeface="Arial" panose="020B0604020202020204" pitchFamily="34" charset="0"/>
              <a:buChar char="•"/>
            </a:pPr>
            <a:r>
              <a:rPr lang="en-US" b="1" dirty="0"/>
              <a:t>The flag byte used for framing may appear in the actual data.</a:t>
            </a:r>
          </a:p>
          <a:p>
            <a:pPr marL="285750" indent="-285750">
              <a:lnSpc>
                <a:spcPct val="150000"/>
              </a:lnSpc>
              <a:buFont typeface="Arial" panose="020B0604020202020204" pitchFamily="34" charset="0"/>
              <a:buChar char="•"/>
            </a:pPr>
            <a:r>
              <a:rPr lang="en-US" b="1" dirty="0"/>
              <a:t>This can cause misinterpretation of frame boundaries.</a:t>
            </a:r>
          </a:p>
          <a:p>
            <a:pPr marL="285750" indent="-285750">
              <a:lnSpc>
                <a:spcPct val="150000"/>
              </a:lnSpc>
              <a:buFont typeface="Arial" panose="020B0604020202020204" pitchFamily="34" charset="0"/>
              <a:buChar char="•"/>
            </a:pPr>
            <a:r>
              <a:rPr lang="en-US" b="1" dirty="0"/>
              <a:t>Common when transmitting binary data (e.g., images, audio files).</a:t>
            </a:r>
            <a:endParaRPr lang="en-IN" b="1" dirty="0"/>
          </a:p>
        </p:txBody>
      </p:sp>
    </p:spTree>
    <p:extLst>
      <p:ext uri="{BB962C8B-B14F-4D97-AF65-F5344CB8AC3E}">
        <p14:creationId xmlns:p14="http://schemas.microsoft.com/office/powerpoint/2010/main" val="36231501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FA2EC-A9F5-9AC7-D0DC-A485BB271848}"/>
              </a:ext>
            </a:extLst>
          </p:cNvPr>
          <p:cNvSpPr>
            <a:spLocks noGrp="1"/>
          </p:cNvSpPr>
          <p:nvPr>
            <p:ph type="title"/>
          </p:nvPr>
        </p:nvSpPr>
        <p:spPr/>
        <p:txBody>
          <a:bodyPr/>
          <a:lstStyle/>
          <a:p>
            <a:r>
              <a:rPr lang="en-IN" dirty="0"/>
              <a:t>Byte Stuffing</a:t>
            </a:r>
          </a:p>
        </p:txBody>
      </p:sp>
      <p:sp>
        <p:nvSpPr>
          <p:cNvPr id="3" name="Content Placeholder 2">
            <a:extLst>
              <a:ext uri="{FF2B5EF4-FFF2-40B4-BE49-F238E27FC236}">
                <a16:creationId xmlns:a16="http://schemas.microsoft.com/office/drawing/2014/main" id="{4A58BA52-3BAE-D79A-7A08-A404E471F13A}"/>
              </a:ext>
            </a:extLst>
          </p:cNvPr>
          <p:cNvSpPr>
            <a:spLocks noGrp="1"/>
          </p:cNvSpPr>
          <p:nvPr>
            <p:ph idx="1"/>
          </p:nvPr>
        </p:nvSpPr>
        <p:spPr/>
        <p:txBody>
          <a:bodyPr/>
          <a:lstStyle/>
          <a:p>
            <a:r>
              <a:rPr lang="en-US" dirty="0"/>
              <a:t>Insert a special Escape (ESC) byte before any flag byte in the data.</a:t>
            </a:r>
          </a:p>
          <a:p>
            <a:r>
              <a:rPr lang="en-US" dirty="0"/>
              <a:t>At the receiver’s end, the Escape byte is removed, restoring the original data.</a:t>
            </a:r>
          </a:p>
          <a:p>
            <a:r>
              <a:rPr lang="en-IN" dirty="0"/>
              <a:t>Sender’s Data Link Layer:</a:t>
            </a:r>
          </a:p>
          <a:p>
            <a:pPr lvl="1"/>
            <a:r>
              <a:rPr lang="en-IN" dirty="0"/>
              <a:t>Scans data for accidental flag bytes.</a:t>
            </a:r>
          </a:p>
          <a:p>
            <a:pPr lvl="1"/>
            <a:r>
              <a:rPr lang="en-IN" dirty="0"/>
              <a:t>Inserts an ESC byte before them.</a:t>
            </a:r>
          </a:p>
          <a:p>
            <a:r>
              <a:rPr lang="en-IN" dirty="0"/>
              <a:t>Receiver’s Data Link Layer:</a:t>
            </a:r>
          </a:p>
          <a:p>
            <a:pPr lvl="1"/>
            <a:r>
              <a:rPr lang="en-IN" dirty="0"/>
              <a:t>Detects ESC before a flag byte.</a:t>
            </a:r>
          </a:p>
          <a:p>
            <a:pPr lvl="1"/>
            <a:r>
              <a:rPr lang="en-IN" dirty="0"/>
              <a:t>Removes ESC and processes data normally.</a:t>
            </a:r>
          </a:p>
        </p:txBody>
      </p:sp>
    </p:spTree>
    <p:extLst>
      <p:ext uri="{BB962C8B-B14F-4D97-AF65-F5344CB8AC3E}">
        <p14:creationId xmlns:p14="http://schemas.microsoft.com/office/powerpoint/2010/main" val="42070979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D0AB8-96DF-14ED-448D-2DDC78173A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35B17-3A45-C90C-A98B-D1EF22B733FB}"/>
              </a:ext>
            </a:extLst>
          </p:cNvPr>
          <p:cNvSpPr>
            <a:spLocks noGrp="1"/>
          </p:cNvSpPr>
          <p:nvPr>
            <p:ph type="title"/>
          </p:nvPr>
        </p:nvSpPr>
        <p:spPr/>
        <p:txBody>
          <a:bodyPr/>
          <a:lstStyle/>
          <a:p>
            <a:r>
              <a:rPr lang="en-IN" dirty="0"/>
              <a:t>Byte Stuffing</a:t>
            </a:r>
          </a:p>
        </p:txBody>
      </p:sp>
      <p:sp>
        <p:nvSpPr>
          <p:cNvPr id="3" name="Content Placeholder 2">
            <a:extLst>
              <a:ext uri="{FF2B5EF4-FFF2-40B4-BE49-F238E27FC236}">
                <a16:creationId xmlns:a16="http://schemas.microsoft.com/office/drawing/2014/main" id="{FE88F21D-C23C-4DBB-C59D-AE6834AF5586}"/>
              </a:ext>
            </a:extLst>
          </p:cNvPr>
          <p:cNvSpPr>
            <a:spLocks noGrp="1"/>
          </p:cNvSpPr>
          <p:nvPr>
            <p:ph idx="1"/>
          </p:nvPr>
        </p:nvSpPr>
        <p:spPr/>
        <p:txBody>
          <a:bodyPr/>
          <a:lstStyle/>
          <a:p>
            <a:r>
              <a:rPr lang="en-US" dirty="0"/>
              <a:t>What if the Escape (ESC) byte itself appears in the data?</a:t>
            </a:r>
          </a:p>
          <a:p>
            <a:r>
              <a:rPr lang="en-US" dirty="0"/>
              <a:t>Similar to the flag byte issue, it can disrupt framing if not handled properly.</a:t>
            </a:r>
          </a:p>
          <a:p>
            <a:r>
              <a:rPr lang="en-US" dirty="0"/>
              <a:t>If an ESC byte appears in the data, an extra ESC byte is added before it.</a:t>
            </a:r>
          </a:p>
          <a:p>
            <a:r>
              <a:rPr lang="en-US" dirty="0"/>
              <a:t>At the receiver’s end: The first ESC is removed, restoring the original sequence.</a:t>
            </a:r>
          </a:p>
          <a:p>
            <a:r>
              <a:rPr lang="en-US" dirty="0"/>
              <a:t>This ensures that the data remains unchanged after processing.</a:t>
            </a:r>
            <a:endParaRPr lang="en-IN" dirty="0"/>
          </a:p>
        </p:txBody>
      </p:sp>
    </p:spTree>
    <p:extLst>
      <p:ext uri="{BB962C8B-B14F-4D97-AF65-F5344CB8AC3E}">
        <p14:creationId xmlns:p14="http://schemas.microsoft.com/office/powerpoint/2010/main" val="38199436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26CFA-F008-3123-4E18-6207BF84E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51B24E-4F11-82C2-68CA-89CB766CDC8D}"/>
              </a:ext>
            </a:extLst>
          </p:cNvPr>
          <p:cNvSpPr>
            <a:spLocks noGrp="1"/>
          </p:cNvSpPr>
          <p:nvPr>
            <p:ph type="title"/>
          </p:nvPr>
        </p:nvSpPr>
        <p:spPr/>
        <p:txBody>
          <a:bodyPr/>
          <a:lstStyle/>
          <a:p>
            <a:r>
              <a:rPr lang="en-IN" dirty="0"/>
              <a:t>Byte Stuffing</a:t>
            </a:r>
          </a:p>
        </p:txBody>
      </p:sp>
      <p:pic>
        <p:nvPicPr>
          <p:cNvPr id="5" name="Content Placeholder 4">
            <a:extLst>
              <a:ext uri="{FF2B5EF4-FFF2-40B4-BE49-F238E27FC236}">
                <a16:creationId xmlns:a16="http://schemas.microsoft.com/office/drawing/2014/main" id="{EABC75FA-5CDD-61DA-2BDB-5A2EEA337467}"/>
              </a:ext>
            </a:extLst>
          </p:cNvPr>
          <p:cNvPicPr>
            <a:picLocks noGrp="1" noChangeAspect="1"/>
          </p:cNvPicPr>
          <p:nvPr>
            <p:ph idx="1"/>
          </p:nvPr>
        </p:nvPicPr>
        <p:blipFill>
          <a:blip r:embed="rId2"/>
          <a:srcRect t="26918"/>
          <a:stretch/>
        </p:blipFill>
        <p:spPr>
          <a:xfrm>
            <a:off x="1604776" y="1599438"/>
            <a:ext cx="9510767" cy="3947921"/>
          </a:xfrm>
        </p:spPr>
      </p:pic>
    </p:spTree>
    <p:extLst>
      <p:ext uri="{BB962C8B-B14F-4D97-AF65-F5344CB8AC3E}">
        <p14:creationId xmlns:p14="http://schemas.microsoft.com/office/powerpoint/2010/main" val="2132564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BC772-8C33-5ACB-95AD-C808FB0E84E9}"/>
              </a:ext>
            </a:extLst>
          </p:cNvPr>
          <p:cNvSpPr>
            <a:spLocks noGrp="1"/>
          </p:cNvSpPr>
          <p:nvPr>
            <p:ph type="title"/>
          </p:nvPr>
        </p:nvSpPr>
        <p:spPr/>
        <p:txBody>
          <a:bodyPr/>
          <a:lstStyle/>
          <a:p>
            <a:r>
              <a:rPr lang="en-IN" dirty="0"/>
              <a:t>Bit Stuffing</a:t>
            </a:r>
          </a:p>
        </p:txBody>
      </p:sp>
      <p:sp>
        <p:nvSpPr>
          <p:cNvPr id="3" name="Content Placeholder 2">
            <a:extLst>
              <a:ext uri="{FF2B5EF4-FFF2-40B4-BE49-F238E27FC236}">
                <a16:creationId xmlns:a16="http://schemas.microsoft.com/office/drawing/2014/main" id="{E13CB990-2514-8579-3D54-D12CCBC40CA3}"/>
              </a:ext>
            </a:extLst>
          </p:cNvPr>
          <p:cNvSpPr>
            <a:spLocks noGrp="1"/>
          </p:cNvSpPr>
          <p:nvPr>
            <p:ph idx="1"/>
          </p:nvPr>
        </p:nvSpPr>
        <p:spPr/>
        <p:txBody>
          <a:bodyPr/>
          <a:lstStyle/>
          <a:p>
            <a:r>
              <a:rPr lang="en-US" dirty="0"/>
              <a:t>Bit stuffing is an alternative to byte stuffing for frame delimitation.</a:t>
            </a:r>
          </a:p>
          <a:p>
            <a:r>
              <a:rPr lang="en-US" dirty="0"/>
              <a:t>Used in protocols like HDLC (High-Level Data Link Control) and USB (Universal Serial Bus).</a:t>
            </a:r>
          </a:p>
          <a:p>
            <a:r>
              <a:rPr lang="en-US" dirty="0"/>
              <a:t>Works at the bit level, allowing frames of arbitrary length.</a:t>
            </a:r>
          </a:p>
          <a:p>
            <a:r>
              <a:rPr lang="en-US" dirty="0"/>
              <a:t>Each frame starts and ends with a flag pattern:</a:t>
            </a:r>
          </a:p>
          <a:p>
            <a:pPr lvl="1"/>
            <a:r>
              <a:rPr lang="en-US" dirty="0"/>
              <a:t>01111110 (Hex: 0x7E)</a:t>
            </a:r>
          </a:p>
          <a:p>
            <a:r>
              <a:rPr lang="en-US" dirty="0"/>
              <a:t>If sender detects 5 consecutive 1s in the data, it inserts a 0 bit to prevent confusion with flag patterns.</a:t>
            </a:r>
          </a:p>
          <a:p>
            <a:r>
              <a:rPr lang="en-US" dirty="0"/>
              <a:t>This prevents accidental frame boundary misinterpretation.</a:t>
            </a:r>
            <a:endParaRPr lang="en-IN" dirty="0"/>
          </a:p>
        </p:txBody>
      </p:sp>
    </p:spTree>
    <p:extLst>
      <p:ext uri="{BB962C8B-B14F-4D97-AF65-F5344CB8AC3E}">
        <p14:creationId xmlns:p14="http://schemas.microsoft.com/office/powerpoint/2010/main" val="3403157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35FE5-4DDD-E0BC-1EB1-07A0CE98DA3D}"/>
              </a:ext>
            </a:extLst>
          </p:cNvPr>
          <p:cNvSpPr>
            <a:spLocks noGrp="1"/>
          </p:cNvSpPr>
          <p:nvPr>
            <p:ph type="title"/>
          </p:nvPr>
        </p:nvSpPr>
        <p:spPr/>
        <p:txBody>
          <a:bodyPr/>
          <a:lstStyle/>
          <a:p>
            <a:r>
              <a:rPr lang="en-IN" dirty="0"/>
              <a:t>Example</a:t>
            </a:r>
          </a:p>
        </p:txBody>
      </p:sp>
      <p:pic>
        <p:nvPicPr>
          <p:cNvPr id="5" name="Content Placeholder 4">
            <a:extLst>
              <a:ext uri="{FF2B5EF4-FFF2-40B4-BE49-F238E27FC236}">
                <a16:creationId xmlns:a16="http://schemas.microsoft.com/office/drawing/2014/main" id="{62AAE239-3F2C-40F6-B007-8D630A66653A}"/>
              </a:ext>
            </a:extLst>
          </p:cNvPr>
          <p:cNvPicPr>
            <a:picLocks noGrp="1" noChangeAspect="1"/>
          </p:cNvPicPr>
          <p:nvPr>
            <p:ph idx="1"/>
          </p:nvPr>
        </p:nvPicPr>
        <p:blipFill>
          <a:blip r:embed="rId3"/>
          <a:stretch>
            <a:fillRect/>
          </a:stretch>
        </p:blipFill>
        <p:spPr>
          <a:xfrm>
            <a:off x="1332751" y="1245299"/>
            <a:ext cx="9526497" cy="3965907"/>
          </a:xfrm>
        </p:spPr>
      </p:pic>
      <mc:AlternateContent xmlns:mc="http://schemas.openxmlformats.org/markup-compatibility/2006" xmlns:p14="http://schemas.microsoft.com/office/powerpoint/2010/main">
        <mc:Choice Requires="p14">
          <p:contentPart p14:bwMode="auto" r:id="rId4">
            <p14:nvContentPartPr>
              <p14:cNvPr id="11" name="Ink 10">
                <a:extLst>
                  <a:ext uri="{FF2B5EF4-FFF2-40B4-BE49-F238E27FC236}">
                    <a16:creationId xmlns:a16="http://schemas.microsoft.com/office/drawing/2014/main" id="{68D3A406-6C60-478F-17DA-C4B059EF603A}"/>
                  </a:ext>
                </a:extLst>
              </p14:cNvPr>
              <p14:cNvContentPartPr/>
              <p14:nvPr/>
            </p14:nvContentPartPr>
            <p14:xfrm>
              <a:off x="7457360" y="2033440"/>
              <a:ext cx="550440" cy="39240"/>
            </p14:xfrm>
          </p:contentPart>
        </mc:Choice>
        <mc:Fallback xmlns="">
          <p:pic>
            <p:nvPicPr>
              <p:cNvPr id="11" name="Ink 10">
                <a:extLst>
                  <a:ext uri="{FF2B5EF4-FFF2-40B4-BE49-F238E27FC236}">
                    <a16:creationId xmlns:a16="http://schemas.microsoft.com/office/drawing/2014/main" id="{68D3A406-6C60-478F-17DA-C4B059EF603A}"/>
                  </a:ext>
                </a:extLst>
              </p:cNvPr>
              <p:cNvPicPr/>
              <p:nvPr/>
            </p:nvPicPr>
            <p:blipFill>
              <a:blip r:embed="rId5"/>
              <a:stretch>
                <a:fillRect/>
              </a:stretch>
            </p:blipFill>
            <p:spPr>
              <a:xfrm>
                <a:off x="7451240" y="2027320"/>
                <a:ext cx="562680" cy="51480"/>
              </a:xfrm>
              <a:prstGeom prst="rect">
                <a:avLst/>
              </a:prstGeom>
            </p:spPr>
          </p:pic>
        </mc:Fallback>
      </mc:AlternateContent>
      <p:grpSp>
        <p:nvGrpSpPr>
          <p:cNvPr id="13" name="Group 12">
            <a:extLst>
              <a:ext uri="{FF2B5EF4-FFF2-40B4-BE49-F238E27FC236}">
                <a16:creationId xmlns:a16="http://schemas.microsoft.com/office/drawing/2014/main" id="{9C5D6FA4-45F4-C724-4E1B-030B996EEB90}"/>
              </a:ext>
            </a:extLst>
          </p:cNvPr>
          <p:cNvGrpSpPr/>
          <p:nvPr/>
        </p:nvGrpSpPr>
        <p:grpSpPr>
          <a:xfrm>
            <a:off x="3779600" y="1483000"/>
            <a:ext cx="3321000" cy="944280"/>
            <a:chOff x="3779600" y="1483000"/>
            <a:chExt cx="3321000" cy="944280"/>
          </a:xfrm>
        </p:grpSpPr>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57AC50E3-68B4-CC35-C97B-774C5F1AB90D}"/>
                    </a:ext>
                  </a:extLst>
                </p14:cNvPr>
                <p14:cNvContentPartPr/>
                <p14:nvPr/>
              </p14:nvContentPartPr>
              <p14:xfrm>
                <a:off x="3779600" y="2066200"/>
                <a:ext cx="581760" cy="17280"/>
              </p14:xfrm>
            </p:contentPart>
          </mc:Choice>
          <mc:Fallback xmlns="">
            <p:pic>
              <p:nvPicPr>
                <p:cNvPr id="6" name="Ink 5">
                  <a:extLst>
                    <a:ext uri="{FF2B5EF4-FFF2-40B4-BE49-F238E27FC236}">
                      <a16:creationId xmlns:a16="http://schemas.microsoft.com/office/drawing/2014/main" id="{57AC50E3-68B4-CC35-C97B-774C5F1AB90D}"/>
                    </a:ext>
                  </a:extLst>
                </p:cNvPr>
                <p:cNvPicPr/>
                <p:nvPr/>
              </p:nvPicPr>
              <p:blipFill>
                <a:blip r:embed="rId7"/>
                <a:stretch>
                  <a:fillRect/>
                </a:stretch>
              </p:blipFill>
              <p:spPr>
                <a:xfrm>
                  <a:off x="3773480" y="2060080"/>
                  <a:ext cx="59400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DF319E23-C18A-316A-60A3-F09424071741}"/>
                    </a:ext>
                  </a:extLst>
                </p14:cNvPr>
                <p14:cNvContentPartPr/>
                <p14:nvPr/>
              </p14:nvContentPartPr>
              <p14:xfrm>
                <a:off x="4663040" y="2010760"/>
                <a:ext cx="598680" cy="61920"/>
              </p14:xfrm>
            </p:contentPart>
          </mc:Choice>
          <mc:Fallback xmlns="">
            <p:pic>
              <p:nvPicPr>
                <p:cNvPr id="7" name="Ink 6">
                  <a:extLst>
                    <a:ext uri="{FF2B5EF4-FFF2-40B4-BE49-F238E27FC236}">
                      <a16:creationId xmlns:a16="http://schemas.microsoft.com/office/drawing/2014/main" id="{DF319E23-C18A-316A-60A3-F09424071741}"/>
                    </a:ext>
                  </a:extLst>
                </p:cNvPr>
                <p:cNvPicPr/>
                <p:nvPr/>
              </p:nvPicPr>
              <p:blipFill>
                <a:blip r:embed="rId9"/>
                <a:stretch>
                  <a:fillRect/>
                </a:stretch>
              </p:blipFill>
              <p:spPr>
                <a:xfrm>
                  <a:off x="4656920" y="2004640"/>
                  <a:ext cx="6109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8654C982-9C28-FB8D-A836-FFDAAF506B80}"/>
                    </a:ext>
                  </a:extLst>
                </p14:cNvPr>
                <p14:cNvContentPartPr/>
                <p14:nvPr/>
              </p14:nvContentPartPr>
              <p14:xfrm>
                <a:off x="5598320" y="2072320"/>
                <a:ext cx="616680" cy="42120"/>
              </p14:xfrm>
            </p:contentPart>
          </mc:Choice>
          <mc:Fallback xmlns="">
            <p:pic>
              <p:nvPicPr>
                <p:cNvPr id="8" name="Ink 7">
                  <a:extLst>
                    <a:ext uri="{FF2B5EF4-FFF2-40B4-BE49-F238E27FC236}">
                      <a16:creationId xmlns:a16="http://schemas.microsoft.com/office/drawing/2014/main" id="{8654C982-9C28-FB8D-A836-FFDAAF506B80}"/>
                    </a:ext>
                  </a:extLst>
                </p:cNvPr>
                <p:cNvPicPr/>
                <p:nvPr/>
              </p:nvPicPr>
              <p:blipFill>
                <a:blip r:embed="rId11"/>
                <a:stretch>
                  <a:fillRect/>
                </a:stretch>
              </p:blipFill>
              <p:spPr>
                <a:xfrm>
                  <a:off x="5592200" y="2066200"/>
                  <a:ext cx="6289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6B15C35E-3C56-2E48-64E0-A8F528AEFB77}"/>
                    </a:ext>
                  </a:extLst>
                </p14:cNvPr>
                <p14:cNvContentPartPr/>
                <p14:nvPr/>
              </p14:nvContentPartPr>
              <p14:xfrm>
                <a:off x="6501920" y="2093200"/>
                <a:ext cx="598680" cy="31320"/>
              </p14:xfrm>
            </p:contentPart>
          </mc:Choice>
          <mc:Fallback xmlns="">
            <p:pic>
              <p:nvPicPr>
                <p:cNvPr id="9" name="Ink 8">
                  <a:extLst>
                    <a:ext uri="{FF2B5EF4-FFF2-40B4-BE49-F238E27FC236}">
                      <a16:creationId xmlns:a16="http://schemas.microsoft.com/office/drawing/2014/main" id="{6B15C35E-3C56-2E48-64E0-A8F528AEFB77}"/>
                    </a:ext>
                  </a:extLst>
                </p:cNvPr>
                <p:cNvPicPr/>
                <p:nvPr/>
              </p:nvPicPr>
              <p:blipFill>
                <a:blip r:embed="rId13"/>
                <a:stretch>
                  <a:fillRect/>
                </a:stretch>
              </p:blipFill>
              <p:spPr>
                <a:xfrm>
                  <a:off x="6495800" y="2087080"/>
                  <a:ext cx="61092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Ink 11">
                  <a:extLst>
                    <a:ext uri="{FF2B5EF4-FFF2-40B4-BE49-F238E27FC236}">
                      <a16:creationId xmlns:a16="http://schemas.microsoft.com/office/drawing/2014/main" id="{ED8AE3B4-1B00-7098-5E91-E78129E7400F}"/>
                    </a:ext>
                  </a:extLst>
                </p14:cNvPr>
                <p14:cNvContentPartPr/>
                <p14:nvPr/>
              </p14:nvContentPartPr>
              <p14:xfrm>
                <a:off x="5150840" y="1483000"/>
                <a:ext cx="11160" cy="944280"/>
              </p14:xfrm>
            </p:contentPart>
          </mc:Choice>
          <mc:Fallback xmlns="">
            <p:pic>
              <p:nvPicPr>
                <p:cNvPr id="12" name="Ink 11">
                  <a:extLst>
                    <a:ext uri="{FF2B5EF4-FFF2-40B4-BE49-F238E27FC236}">
                      <a16:creationId xmlns:a16="http://schemas.microsoft.com/office/drawing/2014/main" id="{ED8AE3B4-1B00-7098-5E91-E78129E7400F}"/>
                    </a:ext>
                  </a:extLst>
                </p:cNvPr>
                <p:cNvPicPr/>
                <p:nvPr/>
              </p:nvPicPr>
              <p:blipFill>
                <a:blip r:embed="rId15"/>
                <a:stretch>
                  <a:fillRect/>
                </a:stretch>
              </p:blipFill>
              <p:spPr>
                <a:xfrm>
                  <a:off x="5144720" y="1476880"/>
                  <a:ext cx="23400" cy="956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3B6E4C44-FD1E-F155-3EF0-8B1983C81353}"/>
                  </a:ext>
                </a:extLst>
              </p14:cNvPr>
              <p14:cNvContentPartPr/>
              <p14:nvPr/>
            </p14:nvContentPartPr>
            <p14:xfrm>
              <a:off x="6664640" y="1503520"/>
              <a:ext cx="61920" cy="944280"/>
            </p14:xfrm>
          </p:contentPart>
        </mc:Choice>
        <mc:Fallback xmlns="">
          <p:pic>
            <p:nvPicPr>
              <p:cNvPr id="14" name="Ink 13">
                <a:extLst>
                  <a:ext uri="{FF2B5EF4-FFF2-40B4-BE49-F238E27FC236}">
                    <a16:creationId xmlns:a16="http://schemas.microsoft.com/office/drawing/2014/main" id="{3B6E4C44-FD1E-F155-3EF0-8B1983C81353}"/>
                  </a:ext>
                </a:extLst>
              </p:cNvPr>
              <p:cNvPicPr/>
              <p:nvPr/>
            </p:nvPicPr>
            <p:blipFill>
              <a:blip r:embed="rId17"/>
              <a:stretch>
                <a:fillRect/>
              </a:stretch>
            </p:blipFill>
            <p:spPr>
              <a:xfrm>
                <a:off x="6658520" y="1497400"/>
                <a:ext cx="74160" cy="956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96037123-E1BC-EA2D-4BF0-B869BE85D191}"/>
                  </a:ext>
                </a:extLst>
              </p14:cNvPr>
              <p14:cNvContentPartPr/>
              <p14:nvPr/>
            </p14:nvContentPartPr>
            <p14:xfrm>
              <a:off x="8188880" y="1584880"/>
              <a:ext cx="360" cy="623880"/>
            </p14:xfrm>
          </p:contentPart>
        </mc:Choice>
        <mc:Fallback xmlns="">
          <p:pic>
            <p:nvPicPr>
              <p:cNvPr id="15" name="Ink 14">
                <a:extLst>
                  <a:ext uri="{FF2B5EF4-FFF2-40B4-BE49-F238E27FC236}">
                    <a16:creationId xmlns:a16="http://schemas.microsoft.com/office/drawing/2014/main" id="{96037123-E1BC-EA2D-4BF0-B869BE85D191}"/>
                  </a:ext>
                </a:extLst>
              </p:cNvPr>
              <p:cNvPicPr/>
              <p:nvPr/>
            </p:nvPicPr>
            <p:blipFill>
              <a:blip r:embed="rId19"/>
              <a:stretch>
                <a:fillRect/>
              </a:stretch>
            </p:blipFill>
            <p:spPr>
              <a:xfrm>
                <a:off x="8182760" y="1578760"/>
                <a:ext cx="12600" cy="636120"/>
              </a:xfrm>
              <a:prstGeom prst="rect">
                <a:avLst/>
              </a:prstGeom>
            </p:spPr>
          </p:pic>
        </mc:Fallback>
      </mc:AlternateContent>
    </p:spTree>
    <p:extLst>
      <p:ext uri="{BB962C8B-B14F-4D97-AF65-F5344CB8AC3E}">
        <p14:creationId xmlns:p14="http://schemas.microsoft.com/office/powerpoint/2010/main" val="20091811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59AC-CF44-77FB-ED20-2F6B1CA5CE41}"/>
              </a:ext>
            </a:extLst>
          </p:cNvPr>
          <p:cNvSpPr>
            <a:spLocks noGrp="1"/>
          </p:cNvSpPr>
          <p:nvPr>
            <p:ph type="title"/>
          </p:nvPr>
        </p:nvSpPr>
        <p:spPr/>
        <p:txBody>
          <a:bodyPr/>
          <a:lstStyle/>
          <a:p>
            <a:r>
              <a:rPr lang="en-US" dirty="0"/>
              <a:t>Physical Layer Coding Violations for Framing</a:t>
            </a:r>
            <a:endParaRPr lang="en-IN" dirty="0"/>
          </a:p>
        </p:txBody>
      </p:sp>
      <p:sp>
        <p:nvSpPr>
          <p:cNvPr id="3" name="Content Placeholder 2">
            <a:extLst>
              <a:ext uri="{FF2B5EF4-FFF2-40B4-BE49-F238E27FC236}">
                <a16:creationId xmlns:a16="http://schemas.microsoft.com/office/drawing/2014/main" id="{9FC60411-DB4C-B585-C686-4309AEB54530}"/>
              </a:ext>
            </a:extLst>
          </p:cNvPr>
          <p:cNvSpPr>
            <a:spLocks noGrp="1"/>
          </p:cNvSpPr>
          <p:nvPr>
            <p:ph idx="1"/>
          </p:nvPr>
        </p:nvSpPr>
        <p:spPr/>
        <p:txBody>
          <a:bodyPr>
            <a:normAutofit lnSpcReduction="10000"/>
          </a:bodyPr>
          <a:lstStyle/>
          <a:p>
            <a:r>
              <a:rPr lang="en-US" dirty="0"/>
              <a:t>Uses reserved signals from the physical layer to mark the start and end of frames.</a:t>
            </a:r>
          </a:p>
          <a:p>
            <a:r>
              <a:rPr lang="en-US" dirty="0"/>
              <a:t>Eliminates the need for bit stuffing or byte stuffing.</a:t>
            </a:r>
          </a:p>
          <a:p>
            <a:r>
              <a:rPr lang="en-US" dirty="0"/>
              <a:t>Commonly used in Ethernet and IEEE 802.11 (Wi-Fi).</a:t>
            </a:r>
          </a:p>
          <a:p>
            <a:r>
              <a:rPr lang="en-US" dirty="0"/>
              <a:t>Many encoding schemes, like 4B/5B line coding, introduce extra (unused) signal patterns.</a:t>
            </a:r>
          </a:p>
          <a:p>
            <a:r>
              <a:rPr lang="en-US" dirty="0"/>
              <a:t>Some of these unused signals can be assigned as frame delimiters.</a:t>
            </a:r>
          </a:p>
          <a:p>
            <a:r>
              <a:rPr lang="en-US" dirty="0"/>
              <a:t>Example: In 4B/5B coding, only 16 out of 32 possible signals are used for data.</a:t>
            </a:r>
            <a:endParaRPr lang="en-IN" dirty="0"/>
          </a:p>
        </p:txBody>
      </p:sp>
    </p:spTree>
    <p:extLst>
      <p:ext uri="{BB962C8B-B14F-4D97-AF65-F5344CB8AC3E}">
        <p14:creationId xmlns:p14="http://schemas.microsoft.com/office/powerpoint/2010/main" val="4183952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88897-30E6-5D6B-D293-3967106CAE42}"/>
              </a:ext>
            </a:extLst>
          </p:cNvPr>
          <p:cNvSpPr>
            <a:spLocks noGrp="1"/>
          </p:cNvSpPr>
          <p:nvPr>
            <p:ph type="title"/>
          </p:nvPr>
        </p:nvSpPr>
        <p:spPr/>
        <p:txBody>
          <a:bodyPr/>
          <a:lstStyle/>
          <a:p>
            <a:r>
              <a:rPr lang="en-IN" b="1" dirty="0"/>
              <a:t>Example – Framing via Coding Violations</a:t>
            </a:r>
            <a:endParaRPr lang="en-IN" dirty="0"/>
          </a:p>
        </p:txBody>
      </p:sp>
      <p:sp>
        <p:nvSpPr>
          <p:cNvPr id="3" name="Content Placeholder 2">
            <a:extLst>
              <a:ext uri="{FF2B5EF4-FFF2-40B4-BE49-F238E27FC236}">
                <a16:creationId xmlns:a16="http://schemas.microsoft.com/office/drawing/2014/main" id="{D9F35CE1-8C67-6452-C142-63A360787562}"/>
              </a:ext>
            </a:extLst>
          </p:cNvPr>
          <p:cNvSpPr>
            <a:spLocks noGrp="1"/>
          </p:cNvSpPr>
          <p:nvPr>
            <p:ph idx="1"/>
          </p:nvPr>
        </p:nvSpPr>
        <p:spPr/>
        <p:txBody>
          <a:bodyPr/>
          <a:lstStyle/>
          <a:p>
            <a:r>
              <a:rPr lang="en-IN" dirty="0"/>
              <a:t>Data bits → Encoded signals</a:t>
            </a:r>
          </a:p>
          <a:p>
            <a:r>
              <a:rPr lang="en-IN" dirty="0"/>
              <a:t>1010 → 11010 (Valid signal)</a:t>
            </a:r>
          </a:p>
          <a:p>
            <a:r>
              <a:rPr lang="en-IN" dirty="0"/>
              <a:t>1101 → 10111 (Valid signal)</a:t>
            </a:r>
          </a:p>
          <a:p>
            <a:r>
              <a:rPr lang="en-IN" dirty="0"/>
              <a:t>Unused signal (e.g., 00000) is assigned as a frame boundary.</a:t>
            </a:r>
          </a:p>
          <a:p>
            <a:r>
              <a:rPr lang="en-IN" dirty="0"/>
              <a:t>Receiver detects this signal → Marks frame start/end.</a:t>
            </a:r>
          </a:p>
        </p:txBody>
      </p:sp>
    </p:spTree>
    <p:extLst>
      <p:ext uri="{BB962C8B-B14F-4D97-AF65-F5344CB8AC3E}">
        <p14:creationId xmlns:p14="http://schemas.microsoft.com/office/powerpoint/2010/main" val="2655790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17E95-5CA4-DE93-1D17-4014991403D1}"/>
              </a:ext>
            </a:extLst>
          </p:cNvPr>
          <p:cNvSpPr>
            <a:spLocks noGrp="1"/>
          </p:cNvSpPr>
          <p:nvPr>
            <p:ph type="title"/>
          </p:nvPr>
        </p:nvSpPr>
        <p:spPr/>
        <p:txBody>
          <a:bodyPr>
            <a:normAutofit/>
          </a:bodyPr>
          <a:lstStyle/>
          <a:p>
            <a:r>
              <a:rPr lang="en-US" sz="4000" dirty="0"/>
              <a:t>Preamble-Based Framing in Ethernet &amp; Wi-Fi</a:t>
            </a:r>
            <a:endParaRPr lang="en-IN" sz="4000" dirty="0"/>
          </a:p>
        </p:txBody>
      </p:sp>
      <p:sp>
        <p:nvSpPr>
          <p:cNvPr id="3" name="Content Placeholder 2">
            <a:extLst>
              <a:ext uri="{FF2B5EF4-FFF2-40B4-BE49-F238E27FC236}">
                <a16:creationId xmlns:a16="http://schemas.microsoft.com/office/drawing/2014/main" id="{F9B8E80C-363C-8A75-CEF5-EEA4810BF0F3}"/>
              </a:ext>
            </a:extLst>
          </p:cNvPr>
          <p:cNvSpPr>
            <a:spLocks noGrp="1"/>
          </p:cNvSpPr>
          <p:nvPr>
            <p:ph idx="1"/>
          </p:nvPr>
        </p:nvSpPr>
        <p:spPr/>
        <p:txBody>
          <a:bodyPr/>
          <a:lstStyle/>
          <a:p>
            <a:r>
              <a:rPr lang="en-US" dirty="0"/>
              <a:t>Ethernet and 802.11 use a preamble to indicate frame start.</a:t>
            </a:r>
          </a:p>
          <a:p>
            <a:r>
              <a:rPr lang="en-US" dirty="0"/>
              <a:t>Example: IEEE 802.11 preamble72-bit preamble prepares receiver for incoming data</a:t>
            </a:r>
          </a:p>
          <a:p>
            <a:r>
              <a:rPr lang="en-US" dirty="0"/>
              <a:t>Followed by length field to determine frame end.</a:t>
            </a:r>
            <a:endParaRPr lang="en-IN" dirty="0"/>
          </a:p>
        </p:txBody>
      </p:sp>
    </p:spTree>
    <p:extLst>
      <p:ext uri="{BB962C8B-B14F-4D97-AF65-F5344CB8AC3E}">
        <p14:creationId xmlns:p14="http://schemas.microsoft.com/office/powerpoint/2010/main" val="1354833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B9C88-2F6D-49B8-592C-F4029F66D39E}"/>
              </a:ext>
            </a:extLst>
          </p:cNvPr>
          <p:cNvSpPr>
            <a:spLocks noGrp="1"/>
          </p:cNvSpPr>
          <p:nvPr>
            <p:ph type="title"/>
          </p:nvPr>
        </p:nvSpPr>
        <p:spPr/>
        <p:txBody>
          <a:bodyPr/>
          <a:lstStyle/>
          <a:p>
            <a:r>
              <a:rPr lang="en-IN" dirty="0"/>
              <a:t>Error Control</a:t>
            </a:r>
          </a:p>
        </p:txBody>
      </p:sp>
      <p:sp>
        <p:nvSpPr>
          <p:cNvPr id="3" name="Content Placeholder 2">
            <a:extLst>
              <a:ext uri="{FF2B5EF4-FFF2-40B4-BE49-F238E27FC236}">
                <a16:creationId xmlns:a16="http://schemas.microsoft.com/office/drawing/2014/main" id="{94A02379-7040-8DA5-514E-3C2069AE5D90}"/>
              </a:ext>
            </a:extLst>
          </p:cNvPr>
          <p:cNvSpPr>
            <a:spLocks noGrp="1"/>
          </p:cNvSpPr>
          <p:nvPr>
            <p:ph idx="1"/>
          </p:nvPr>
        </p:nvSpPr>
        <p:spPr/>
        <p:txBody>
          <a:bodyPr/>
          <a:lstStyle/>
          <a:p>
            <a:r>
              <a:rPr lang="en-US" dirty="0"/>
              <a:t>The receiver must determine if a frame contains errors.</a:t>
            </a:r>
          </a:p>
          <a:p>
            <a:r>
              <a:rPr lang="en-US" dirty="0"/>
              <a:t>This is crucial for connection-oriented services, where reliability is mandatory.</a:t>
            </a:r>
          </a:p>
          <a:p>
            <a:r>
              <a:rPr lang="en-US" dirty="0"/>
              <a:t>In unacknowledged connectionless service, frames are sent without confirmation of proper arrival.</a:t>
            </a:r>
          </a:p>
          <a:p>
            <a:r>
              <a:rPr lang="en-US" dirty="0"/>
              <a:t>Acknowledgment Mechanism:</a:t>
            </a:r>
          </a:p>
          <a:p>
            <a:pPr lvl="1"/>
            <a:r>
              <a:rPr lang="en-US" dirty="0"/>
              <a:t>Positive Acknowledgment (ACK): Confirms that a frame was received correctly.</a:t>
            </a:r>
          </a:p>
          <a:p>
            <a:pPr lvl="1"/>
            <a:r>
              <a:rPr lang="en-US" dirty="0"/>
              <a:t>Negative Acknowledgment (NACK): Indicates an error, requiring retransmission.</a:t>
            </a:r>
            <a:endParaRPr lang="en-IN" dirty="0"/>
          </a:p>
        </p:txBody>
      </p:sp>
    </p:spTree>
    <p:extLst>
      <p:ext uri="{BB962C8B-B14F-4D97-AF65-F5344CB8AC3E}">
        <p14:creationId xmlns:p14="http://schemas.microsoft.com/office/powerpoint/2010/main" val="1012819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FD875-AB32-78A4-E10A-0474C63C9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780F9-D057-D025-A833-BF5C2ABEBCDE}"/>
              </a:ext>
            </a:extLst>
          </p:cNvPr>
          <p:cNvSpPr>
            <a:spLocks noGrp="1"/>
          </p:cNvSpPr>
          <p:nvPr>
            <p:ph type="title"/>
          </p:nvPr>
        </p:nvSpPr>
        <p:spPr/>
        <p:txBody>
          <a:bodyPr/>
          <a:lstStyle/>
          <a:p>
            <a:r>
              <a:rPr lang="en-IN" dirty="0"/>
              <a:t>Error Control</a:t>
            </a:r>
          </a:p>
        </p:txBody>
      </p:sp>
      <p:sp>
        <p:nvSpPr>
          <p:cNvPr id="3" name="Content Placeholder 2">
            <a:extLst>
              <a:ext uri="{FF2B5EF4-FFF2-40B4-BE49-F238E27FC236}">
                <a16:creationId xmlns:a16="http://schemas.microsoft.com/office/drawing/2014/main" id="{B00CD479-1B7C-EDD3-4292-AAFE66963597}"/>
              </a:ext>
            </a:extLst>
          </p:cNvPr>
          <p:cNvSpPr>
            <a:spLocks noGrp="1"/>
          </p:cNvSpPr>
          <p:nvPr>
            <p:ph idx="1"/>
          </p:nvPr>
        </p:nvSpPr>
        <p:spPr/>
        <p:txBody>
          <a:bodyPr/>
          <a:lstStyle/>
          <a:p>
            <a:r>
              <a:rPr lang="en-US" dirty="0"/>
              <a:t>Lost Frames Problem:</a:t>
            </a:r>
          </a:p>
          <a:p>
            <a:pPr lvl="1"/>
            <a:r>
              <a:rPr lang="en-US" dirty="0"/>
              <a:t>Frames can be lost due to hardware issues or noise interference.</a:t>
            </a:r>
          </a:p>
          <a:p>
            <a:pPr lvl="1"/>
            <a:r>
              <a:rPr lang="en-US" dirty="0"/>
              <a:t>If a frame disappears, the receiver does not respond, leaving the sender uncertain.</a:t>
            </a:r>
          </a:p>
          <a:p>
            <a:pPr lvl="1"/>
            <a:r>
              <a:rPr lang="en-US" dirty="0"/>
              <a:t>Lost acknowledgment frames can also cause confusion.</a:t>
            </a:r>
          </a:p>
          <a:p>
            <a:r>
              <a:rPr lang="en-US" dirty="0"/>
              <a:t>Timers for Retransmission:</a:t>
            </a:r>
          </a:p>
          <a:p>
            <a:pPr lvl="1"/>
            <a:r>
              <a:rPr lang="en-US" dirty="0"/>
              <a:t>A timer starts when a frame is sent.</a:t>
            </a:r>
          </a:p>
          <a:p>
            <a:pPr lvl="1"/>
            <a:r>
              <a:rPr lang="en-US" dirty="0"/>
              <a:t>If no acknowledgment is received before the timer expires, the frame is resent.</a:t>
            </a:r>
            <a:endParaRPr lang="en-IN" dirty="0"/>
          </a:p>
        </p:txBody>
      </p:sp>
    </p:spTree>
    <p:extLst>
      <p:ext uri="{BB962C8B-B14F-4D97-AF65-F5344CB8AC3E}">
        <p14:creationId xmlns:p14="http://schemas.microsoft.com/office/powerpoint/2010/main" val="4250843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D147B-8D1B-1D19-AA64-214F03996531}"/>
              </a:ext>
            </a:extLst>
          </p:cNvPr>
          <p:cNvSpPr>
            <a:spLocks noGrp="1"/>
          </p:cNvSpPr>
          <p:nvPr>
            <p:ph type="title"/>
          </p:nvPr>
        </p:nvSpPr>
        <p:spPr/>
        <p:txBody>
          <a:bodyPr/>
          <a:lstStyle/>
          <a:p>
            <a:r>
              <a:rPr lang="en-IN" dirty="0"/>
              <a:t>Error Control</a:t>
            </a:r>
          </a:p>
        </p:txBody>
      </p:sp>
      <p:sp>
        <p:nvSpPr>
          <p:cNvPr id="3" name="Content Placeholder 2">
            <a:extLst>
              <a:ext uri="{FF2B5EF4-FFF2-40B4-BE49-F238E27FC236}">
                <a16:creationId xmlns:a16="http://schemas.microsoft.com/office/drawing/2014/main" id="{822BC2C2-47C3-4973-26E9-D1E90E7D7872}"/>
              </a:ext>
            </a:extLst>
          </p:cNvPr>
          <p:cNvSpPr>
            <a:spLocks noGrp="1"/>
          </p:cNvSpPr>
          <p:nvPr>
            <p:ph idx="1"/>
          </p:nvPr>
        </p:nvSpPr>
        <p:spPr/>
        <p:txBody>
          <a:bodyPr/>
          <a:lstStyle/>
          <a:p>
            <a:r>
              <a:rPr lang="en-US" dirty="0"/>
              <a:t>Avoiding Duplicate Frames:</a:t>
            </a:r>
          </a:p>
          <a:p>
            <a:pPr lvl="1"/>
            <a:r>
              <a:rPr lang="en-US" dirty="0"/>
              <a:t>Retransmission can lead to duplicate frames being processed by the receiver.</a:t>
            </a:r>
          </a:p>
          <a:p>
            <a:pPr lvl="1"/>
            <a:r>
              <a:rPr lang="en-US" dirty="0"/>
              <a:t>Solution: Assign sequence numbers to frames so the receiver can differentiate between new and retransmitted frames.</a:t>
            </a:r>
          </a:p>
          <a:p>
            <a:r>
              <a:rPr lang="en-US" dirty="0"/>
              <a:t>Ensuring Reliable Delivery:</a:t>
            </a:r>
          </a:p>
          <a:p>
            <a:pPr lvl="1"/>
            <a:r>
              <a:rPr lang="en-US" dirty="0"/>
              <a:t>Combination of timers and sequence numbers ensures that each frame is delivered exactly once to the network layer.</a:t>
            </a:r>
          </a:p>
          <a:p>
            <a:pPr lvl="1"/>
            <a:r>
              <a:rPr lang="en-US" dirty="0"/>
              <a:t>Managing these mechanisms is a key responsibility of the data link layer.</a:t>
            </a:r>
            <a:endParaRPr lang="en-IN" dirty="0"/>
          </a:p>
        </p:txBody>
      </p:sp>
    </p:spTree>
    <p:extLst>
      <p:ext uri="{BB962C8B-B14F-4D97-AF65-F5344CB8AC3E}">
        <p14:creationId xmlns:p14="http://schemas.microsoft.com/office/powerpoint/2010/main" val="1890308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48784A-7769-D636-2B86-C0539EA19F71}"/>
              </a:ext>
            </a:extLst>
          </p:cNvPr>
          <p:cNvSpPr>
            <a:spLocks noGrp="1"/>
          </p:cNvSpPr>
          <p:nvPr>
            <p:ph type="title"/>
          </p:nvPr>
        </p:nvSpPr>
        <p:spPr/>
        <p:txBody>
          <a:bodyPr/>
          <a:lstStyle/>
          <a:p>
            <a:r>
              <a:rPr lang="en-IN" dirty="0"/>
              <a:t>Flow Control Issue</a:t>
            </a:r>
          </a:p>
        </p:txBody>
      </p:sp>
      <p:sp>
        <p:nvSpPr>
          <p:cNvPr id="3" name="Content Placeholder 2">
            <a:extLst>
              <a:ext uri="{FF2B5EF4-FFF2-40B4-BE49-F238E27FC236}">
                <a16:creationId xmlns:a16="http://schemas.microsoft.com/office/drawing/2014/main" id="{1EAD675B-4BCA-906C-991D-4F4E1249A7F8}"/>
              </a:ext>
            </a:extLst>
          </p:cNvPr>
          <p:cNvSpPr>
            <a:spLocks noGrp="1"/>
          </p:cNvSpPr>
          <p:nvPr>
            <p:ph idx="1"/>
          </p:nvPr>
        </p:nvSpPr>
        <p:spPr/>
        <p:txBody>
          <a:bodyPr/>
          <a:lstStyle/>
          <a:p>
            <a:r>
              <a:rPr lang="en-US" dirty="0"/>
              <a:t>Occurs when the sender transmits data faster than the receiver can process.</a:t>
            </a:r>
          </a:p>
          <a:p>
            <a:r>
              <a:rPr lang="en-US" dirty="0"/>
              <a:t>This leads to buffer overflow, causing data loss.</a:t>
            </a:r>
          </a:p>
          <a:p>
            <a:r>
              <a:rPr lang="en-US" dirty="0"/>
              <a:t>Without regulation, the receiver may lose data due to an inability to keep up.</a:t>
            </a:r>
          </a:p>
          <a:p>
            <a:r>
              <a:rPr lang="en-US" dirty="0"/>
              <a:t>A mechanism is needed to control the data transmission rate.</a:t>
            </a:r>
            <a:endParaRPr lang="en-IN" dirty="0"/>
          </a:p>
        </p:txBody>
      </p:sp>
    </p:spTree>
    <p:extLst>
      <p:ext uri="{BB962C8B-B14F-4D97-AF65-F5344CB8AC3E}">
        <p14:creationId xmlns:p14="http://schemas.microsoft.com/office/powerpoint/2010/main" val="40130203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634AB-FEDC-FD40-5140-E13699F39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00D7BE-BB1A-1950-A6E2-1A14064480F4}"/>
              </a:ext>
            </a:extLst>
          </p:cNvPr>
          <p:cNvSpPr>
            <a:spLocks noGrp="1"/>
          </p:cNvSpPr>
          <p:nvPr>
            <p:ph type="title"/>
          </p:nvPr>
        </p:nvSpPr>
        <p:spPr/>
        <p:txBody>
          <a:bodyPr/>
          <a:lstStyle/>
          <a:p>
            <a:r>
              <a:rPr lang="en-US" dirty="0"/>
              <a:t>Two Approaches to Flow Control</a:t>
            </a:r>
            <a:endParaRPr lang="en-IN" dirty="0"/>
          </a:p>
        </p:txBody>
      </p:sp>
      <p:sp>
        <p:nvSpPr>
          <p:cNvPr id="3" name="Content Placeholder 2">
            <a:extLst>
              <a:ext uri="{FF2B5EF4-FFF2-40B4-BE49-F238E27FC236}">
                <a16:creationId xmlns:a16="http://schemas.microsoft.com/office/drawing/2014/main" id="{33C6E5EE-11CE-8EA2-C17C-E4BB9E8C3EBD}"/>
              </a:ext>
            </a:extLst>
          </p:cNvPr>
          <p:cNvSpPr>
            <a:spLocks noGrp="1"/>
          </p:cNvSpPr>
          <p:nvPr>
            <p:ph idx="1"/>
          </p:nvPr>
        </p:nvSpPr>
        <p:spPr/>
        <p:txBody>
          <a:bodyPr/>
          <a:lstStyle/>
          <a:p>
            <a:r>
              <a:rPr lang="en-US" dirty="0"/>
              <a:t>Feedback-Based Flow Control:</a:t>
            </a:r>
          </a:p>
          <a:p>
            <a:pPr lvl="1"/>
            <a:r>
              <a:rPr lang="en-US" dirty="0"/>
              <a:t>The receiver sends feedback to the sender about how much data it can handle.</a:t>
            </a:r>
          </a:p>
          <a:p>
            <a:pPr lvl="1"/>
            <a:r>
              <a:rPr lang="en-US" dirty="0"/>
              <a:t>Example: The receiver grants permission for the sender to continue sending frames.</a:t>
            </a:r>
          </a:p>
          <a:p>
            <a:r>
              <a:rPr lang="en-US" dirty="0"/>
              <a:t>Rate-Based Flow Control:</a:t>
            </a:r>
          </a:p>
          <a:p>
            <a:pPr lvl="1"/>
            <a:r>
              <a:rPr lang="en-US" dirty="0"/>
              <a:t>The transmission rate is limited by a predefined protocol rule.</a:t>
            </a:r>
          </a:p>
          <a:p>
            <a:pPr lvl="1"/>
            <a:r>
              <a:rPr lang="en-US" dirty="0"/>
              <a:t>No direct feedback from the receiver is required.</a:t>
            </a:r>
          </a:p>
          <a:p>
            <a:pPr lvl="1"/>
            <a:r>
              <a:rPr lang="en-US" dirty="0"/>
              <a:t>Common in transport layer protocols rather than the data link layer.</a:t>
            </a:r>
            <a:endParaRPr lang="en-IN" dirty="0"/>
          </a:p>
        </p:txBody>
      </p:sp>
    </p:spTree>
    <p:extLst>
      <p:ext uri="{BB962C8B-B14F-4D97-AF65-F5344CB8AC3E}">
        <p14:creationId xmlns:p14="http://schemas.microsoft.com/office/powerpoint/2010/main" val="41982155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BEC9-E3E3-014E-BF11-E48CC4557ACA}"/>
              </a:ext>
            </a:extLst>
          </p:cNvPr>
          <p:cNvSpPr>
            <a:spLocks noGrp="1"/>
          </p:cNvSpPr>
          <p:nvPr>
            <p:ph type="title"/>
          </p:nvPr>
        </p:nvSpPr>
        <p:spPr/>
        <p:txBody>
          <a:bodyPr/>
          <a:lstStyle/>
          <a:p>
            <a:r>
              <a:rPr lang="en-US" dirty="0"/>
              <a:t>Focus on Feedback-Based Flow Control</a:t>
            </a:r>
            <a:endParaRPr lang="en-IN" dirty="0"/>
          </a:p>
        </p:txBody>
      </p:sp>
      <p:sp>
        <p:nvSpPr>
          <p:cNvPr id="3" name="Content Placeholder 2">
            <a:extLst>
              <a:ext uri="{FF2B5EF4-FFF2-40B4-BE49-F238E27FC236}">
                <a16:creationId xmlns:a16="http://schemas.microsoft.com/office/drawing/2014/main" id="{97C7BD04-75AB-E85B-A28F-B61515DAAA71}"/>
              </a:ext>
            </a:extLst>
          </p:cNvPr>
          <p:cNvSpPr>
            <a:spLocks noGrp="1"/>
          </p:cNvSpPr>
          <p:nvPr>
            <p:ph idx="1"/>
          </p:nvPr>
        </p:nvSpPr>
        <p:spPr>
          <a:xfrm>
            <a:off x="838200" y="1690688"/>
            <a:ext cx="10515600" cy="4351338"/>
          </a:xfrm>
        </p:spPr>
        <p:txBody>
          <a:bodyPr/>
          <a:lstStyle/>
          <a:p>
            <a:r>
              <a:rPr lang="en-US" dirty="0"/>
              <a:t>More common in the data link layer and higher layers.</a:t>
            </a:r>
          </a:p>
          <a:p>
            <a:r>
              <a:rPr lang="en-US" dirty="0"/>
              <a:t>The sender must follow specific rules on when to transmit frames.</a:t>
            </a:r>
          </a:p>
          <a:p>
            <a:r>
              <a:rPr lang="en-US" dirty="0"/>
              <a:t>Example: “</a:t>
            </a:r>
            <a:r>
              <a:rPr lang="en-US" i="1" dirty="0"/>
              <a:t>You may send me n frames now, but after they have been sent, do not send any more until I have told you to continue</a:t>
            </a:r>
            <a:r>
              <a:rPr lang="en-US" dirty="0"/>
              <a:t>.”</a:t>
            </a:r>
          </a:p>
          <a:p>
            <a:r>
              <a:rPr lang="en-US" dirty="0"/>
              <a:t>Hardware Considerations:</a:t>
            </a:r>
          </a:p>
          <a:p>
            <a:pPr lvl="1"/>
            <a:r>
              <a:rPr lang="en-US" dirty="0"/>
              <a:t>Network Interface Cards (NICs) are designed to run at wire speed, meaning they can handle frames as fast as they arrive.</a:t>
            </a:r>
          </a:p>
          <a:p>
            <a:pPr lvl="1"/>
            <a:r>
              <a:rPr lang="en-US" dirty="0"/>
              <a:t>If data loss occurs, it is usually handled by higher layers rather than the link layer.</a:t>
            </a:r>
            <a:endParaRPr lang="en-IN" dirty="0"/>
          </a:p>
        </p:txBody>
      </p:sp>
    </p:spTree>
    <p:extLst>
      <p:ext uri="{BB962C8B-B14F-4D97-AF65-F5344CB8AC3E}">
        <p14:creationId xmlns:p14="http://schemas.microsoft.com/office/powerpoint/2010/main" val="8021718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B055D-CA5A-5D41-B580-DA6BBD5127A0}"/>
              </a:ext>
            </a:extLst>
          </p:cNvPr>
          <p:cNvSpPr>
            <a:spLocks noGrp="1"/>
          </p:cNvSpPr>
          <p:nvPr>
            <p:ph type="title"/>
          </p:nvPr>
        </p:nvSpPr>
        <p:spPr/>
        <p:txBody>
          <a:bodyPr/>
          <a:lstStyle/>
          <a:p>
            <a:r>
              <a:rPr lang="en-IN" dirty="0"/>
              <a:t>ERROR DETECTION AND CORRECTION</a:t>
            </a:r>
          </a:p>
        </p:txBody>
      </p:sp>
      <p:sp>
        <p:nvSpPr>
          <p:cNvPr id="3" name="Content Placeholder 2">
            <a:extLst>
              <a:ext uri="{FF2B5EF4-FFF2-40B4-BE49-F238E27FC236}">
                <a16:creationId xmlns:a16="http://schemas.microsoft.com/office/drawing/2014/main" id="{60263986-7AFD-FA36-F7BA-4C5B0DEF1AC3}"/>
              </a:ext>
            </a:extLst>
          </p:cNvPr>
          <p:cNvSpPr>
            <a:spLocks noGrp="1"/>
          </p:cNvSpPr>
          <p:nvPr>
            <p:ph idx="1"/>
          </p:nvPr>
        </p:nvSpPr>
        <p:spPr>
          <a:xfrm>
            <a:off x="838200" y="1478784"/>
            <a:ext cx="10515600" cy="4680278"/>
          </a:xfrm>
        </p:spPr>
        <p:txBody>
          <a:bodyPr>
            <a:normAutofit lnSpcReduction="10000"/>
          </a:bodyPr>
          <a:lstStyle/>
          <a:p>
            <a:pPr>
              <a:buNone/>
            </a:pPr>
            <a:r>
              <a:rPr lang="en-US" b="1" dirty="0"/>
              <a:t>Error Rates in Different Channels</a:t>
            </a:r>
          </a:p>
          <a:p>
            <a:pPr>
              <a:buFont typeface="Arial" panose="020B0604020202020204" pitchFamily="34" charset="0"/>
              <a:buChar char="•"/>
            </a:pPr>
            <a:r>
              <a:rPr lang="en-US" dirty="0"/>
              <a:t>Some channels (e.g., fiber optic) have low error rates.</a:t>
            </a:r>
          </a:p>
          <a:p>
            <a:pPr>
              <a:buFont typeface="Arial" panose="020B0604020202020204" pitchFamily="34" charset="0"/>
              <a:buChar char="•"/>
            </a:pPr>
            <a:r>
              <a:rPr lang="en-US" dirty="0"/>
              <a:t>Wireless links and aging local loops have high error rates.</a:t>
            </a:r>
          </a:p>
          <a:p>
            <a:pPr>
              <a:buFont typeface="Arial" panose="020B0604020202020204" pitchFamily="34" charset="0"/>
              <a:buChar char="•"/>
            </a:pPr>
            <a:r>
              <a:rPr lang="en-US" dirty="0"/>
              <a:t>Transmission errors cannot be completely avoided at a reasonable cost.</a:t>
            </a:r>
          </a:p>
          <a:p>
            <a:pPr>
              <a:buNone/>
            </a:pPr>
            <a:r>
              <a:rPr lang="en-US" b="1" dirty="0"/>
              <a:t>Strategies for Handling Errors</a:t>
            </a:r>
          </a:p>
          <a:p>
            <a:pPr>
              <a:buFont typeface="Arial" panose="020B0604020202020204" pitchFamily="34" charset="0"/>
              <a:buChar char="•"/>
            </a:pPr>
            <a:r>
              <a:rPr lang="en-US" b="1" dirty="0"/>
              <a:t>Error-Detecting Codes:</a:t>
            </a:r>
            <a:endParaRPr lang="en-US" dirty="0"/>
          </a:p>
          <a:p>
            <a:pPr marL="742950" lvl="1" indent="-285750">
              <a:buFont typeface="Arial" panose="020B0604020202020204" pitchFamily="34" charset="0"/>
              <a:buChar char="•"/>
            </a:pPr>
            <a:r>
              <a:rPr lang="en-US" sz="2800" dirty="0"/>
              <a:t>Add redundancy to detect errors.</a:t>
            </a:r>
          </a:p>
          <a:p>
            <a:pPr marL="742950" lvl="1" indent="-285750">
              <a:buFont typeface="Arial" panose="020B0604020202020204" pitchFamily="34" charset="0"/>
              <a:buChar char="•"/>
            </a:pPr>
            <a:r>
              <a:rPr lang="en-US" sz="2800" dirty="0"/>
              <a:t>Receiver can only identify an error but not correct it.</a:t>
            </a:r>
          </a:p>
          <a:p>
            <a:pPr marL="742950" lvl="1" indent="-285750">
              <a:buFont typeface="Arial" panose="020B0604020202020204" pitchFamily="34" charset="0"/>
              <a:buChar char="•"/>
            </a:pPr>
            <a:r>
              <a:rPr lang="en-US" sz="2800" dirty="0"/>
              <a:t>Requires retransmission of faulty data.</a:t>
            </a:r>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1811125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B055D-CA5A-5D41-B580-DA6BBD5127A0}"/>
              </a:ext>
            </a:extLst>
          </p:cNvPr>
          <p:cNvSpPr>
            <a:spLocks noGrp="1"/>
          </p:cNvSpPr>
          <p:nvPr>
            <p:ph type="title"/>
          </p:nvPr>
        </p:nvSpPr>
        <p:spPr/>
        <p:txBody>
          <a:bodyPr/>
          <a:lstStyle/>
          <a:p>
            <a:r>
              <a:rPr lang="en-IN" dirty="0"/>
              <a:t>ERROR DETECTION AND CORRECTION</a:t>
            </a:r>
          </a:p>
        </p:txBody>
      </p:sp>
      <p:sp>
        <p:nvSpPr>
          <p:cNvPr id="3" name="Content Placeholder 2">
            <a:extLst>
              <a:ext uri="{FF2B5EF4-FFF2-40B4-BE49-F238E27FC236}">
                <a16:creationId xmlns:a16="http://schemas.microsoft.com/office/drawing/2014/main" id="{60263986-7AFD-FA36-F7BA-4C5B0DEF1AC3}"/>
              </a:ext>
            </a:extLst>
          </p:cNvPr>
          <p:cNvSpPr>
            <a:spLocks noGrp="1"/>
          </p:cNvSpPr>
          <p:nvPr>
            <p:ph idx="1"/>
          </p:nvPr>
        </p:nvSpPr>
        <p:spPr/>
        <p:txBody>
          <a:bodyPr>
            <a:noAutofit/>
          </a:bodyPr>
          <a:lstStyle/>
          <a:p>
            <a:pPr>
              <a:buFont typeface="Arial" panose="020B0604020202020204" pitchFamily="34" charset="0"/>
              <a:buChar char="•"/>
            </a:pPr>
            <a:r>
              <a:rPr lang="en-US" b="1" dirty="0"/>
              <a:t>Error-Correcting Codes (FEC - Forward Error Correction):</a:t>
            </a:r>
            <a:endParaRPr lang="en-US" dirty="0"/>
          </a:p>
          <a:p>
            <a:pPr marL="742950" lvl="1" indent="-285750">
              <a:buFont typeface="Arial" panose="020B0604020202020204" pitchFamily="34" charset="0"/>
              <a:buChar char="•"/>
            </a:pPr>
            <a:r>
              <a:rPr lang="en-US" sz="2800" dirty="0"/>
              <a:t>Add enough redundancy to correct errors without retransmission.</a:t>
            </a:r>
          </a:p>
          <a:p>
            <a:pPr marL="742950" lvl="1" indent="-285750">
              <a:buFont typeface="Arial" panose="020B0604020202020204" pitchFamily="34" charset="0"/>
              <a:buChar char="•"/>
            </a:pPr>
            <a:r>
              <a:rPr lang="en-US" sz="2800" dirty="0"/>
              <a:t>Useful for noisy channels (e.g., wireless links) where retransmissions may also fail.</a:t>
            </a:r>
          </a:p>
          <a:p>
            <a:pPr>
              <a:buNone/>
            </a:pPr>
            <a:r>
              <a:rPr lang="en-US" b="1" dirty="0"/>
              <a:t>Choosing Between Error Detection &amp; Correction</a:t>
            </a:r>
          </a:p>
          <a:p>
            <a:pPr lvl="1"/>
            <a:r>
              <a:rPr lang="en-US" b="1" dirty="0"/>
              <a:t>Error detection with retransmission</a:t>
            </a:r>
            <a:r>
              <a:rPr lang="en-US" dirty="0"/>
              <a:t> is preferred for reliable channels (e.g., fiber optics).</a:t>
            </a:r>
          </a:p>
          <a:p>
            <a:pPr lvl="1"/>
            <a:r>
              <a:rPr lang="en-US" b="1" dirty="0"/>
              <a:t>FEC (error correction)</a:t>
            </a:r>
            <a:r>
              <a:rPr lang="en-US" dirty="0"/>
              <a:t> is better for high-error environments (e.g., wireless networks).</a:t>
            </a:r>
          </a:p>
        </p:txBody>
      </p:sp>
    </p:spTree>
    <p:extLst>
      <p:ext uri="{BB962C8B-B14F-4D97-AF65-F5344CB8AC3E}">
        <p14:creationId xmlns:p14="http://schemas.microsoft.com/office/powerpoint/2010/main" val="4125837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B055D-CA5A-5D41-B580-DA6BBD5127A0}"/>
              </a:ext>
            </a:extLst>
          </p:cNvPr>
          <p:cNvSpPr>
            <a:spLocks noGrp="1"/>
          </p:cNvSpPr>
          <p:nvPr>
            <p:ph type="title"/>
          </p:nvPr>
        </p:nvSpPr>
        <p:spPr/>
        <p:txBody>
          <a:bodyPr/>
          <a:lstStyle/>
          <a:p>
            <a:r>
              <a:rPr lang="en-IN" dirty="0"/>
              <a:t>ERROR DETECTION AND CORRECTION</a:t>
            </a:r>
          </a:p>
        </p:txBody>
      </p:sp>
      <p:sp>
        <p:nvSpPr>
          <p:cNvPr id="3" name="Content Placeholder 2">
            <a:extLst>
              <a:ext uri="{FF2B5EF4-FFF2-40B4-BE49-F238E27FC236}">
                <a16:creationId xmlns:a16="http://schemas.microsoft.com/office/drawing/2014/main" id="{60263986-7AFD-FA36-F7BA-4C5B0DEF1AC3}"/>
              </a:ext>
            </a:extLst>
          </p:cNvPr>
          <p:cNvSpPr>
            <a:spLocks noGrp="1"/>
          </p:cNvSpPr>
          <p:nvPr>
            <p:ph idx="1"/>
          </p:nvPr>
        </p:nvSpPr>
        <p:spPr/>
        <p:txBody>
          <a:bodyPr>
            <a:noAutofit/>
          </a:bodyPr>
          <a:lstStyle/>
          <a:p>
            <a:pPr>
              <a:buNone/>
            </a:pPr>
            <a:r>
              <a:rPr lang="en-US" b="1" dirty="0"/>
              <a:t>Types of Errors</a:t>
            </a:r>
          </a:p>
          <a:p>
            <a:pPr>
              <a:buFont typeface="Arial" panose="020B0604020202020204" pitchFamily="34" charset="0"/>
              <a:buChar char="•"/>
            </a:pPr>
            <a:r>
              <a:rPr lang="en-US" b="1" dirty="0"/>
              <a:t>Single-bit errors:</a:t>
            </a:r>
            <a:r>
              <a:rPr lang="en-US" dirty="0"/>
              <a:t> Caused by brief noise spikes.</a:t>
            </a:r>
          </a:p>
          <a:p>
            <a:pPr>
              <a:buFont typeface="Arial" panose="020B0604020202020204" pitchFamily="34" charset="0"/>
              <a:buChar char="•"/>
            </a:pPr>
            <a:r>
              <a:rPr lang="en-US" b="1" dirty="0"/>
              <a:t>Burst errors:</a:t>
            </a:r>
            <a:r>
              <a:rPr lang="en-US" dirty="0"/>
              <a:t> Occur in clusters due to channel conditions (e.g., deep fades, electrical interference). </a:t>
            </a:r>
          </a:p>
          <a:p>
            <a:pPr marL="742950" lvl="1" indent="-285750">
              <a:buFont typeface="Arial" panose="020B0604020202020204" pitchFamily="34" charset="0"/>
              <a:buChar char="•"/>
            </a:pPr>
            <a:r>
              <a:rPr lang="en-US" sz="2800" dirty="0"/>
              <a:t>Advantage: Affects fewer blocks overall.</a:t>
            </a:r>
          </a:p>
          <a:p>
            <a:pPr marL="742950" lvl="1" indent="-285750">
              <a:buFont typeface="Arial" panose="020B0604020202020204" pitchFamily="34" charset="0"/>
              <a:buChar char="•"/>
            </a:pPr>
            <a:r>
              <a:rPr lang="en-US" sz="2800" dirty="0"/>
              <a:t>Disadvantage: Harder to correct than isolated errors.</a:t>
            </a:r>
          </a:p>
          <a:p>
            <a:pPr>
              <a:buFont typeface="Arial" panose="020B0604020202020204" pitchFamily="34" charset="0"/>
              <a:buChar char="•"/>
            </a:pPr>
            <a:r>
              <a:rPr lang="en-US" b="1" dirty="0"/>
              <a:t>Erasure errors:</a:t>
            </a:r>
            <a:r>
              <a:rPr lang="en-US" dirty="0"/>
              <a:t> Known locations of errors, making them easier to correct.</a:t>
            </a:r>
          </a:p>
        </p:txBody>
      </p:sp>
    </p:spTree>
    <p:extLst>
      <p:ext uri="{BB962C8B-B14F-4D97-AF65-F5344CB8AC3E}">
        <p14:creationId xmlns:p14="http://schemas.microsoft.com/office/powerpoint/2010/main" val="2622748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693A2-5402-B31B-EC95-FC4DC9ECD588}"/>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EBDCCFB5-B05E-B5E3-FBD4-62D1117EAC39}"/>
              </a:ext>
            </a:extLst>
          </p:cNvPr>
          <p:cNvSpPr>
            <a:spLocks noGrp="1"/>
          </p:cNvSpPr>
          <p:nvPr>
            <p:ph idx="1"/>
          </p:nvPr>
        </p:nvSpPr>
        <p:spPr/>
        <p:txBody>
          <a:bodyPr/>
          <a:lstStyle/>
          <a:p>
            <a:r>
              <a:rPr lang="en-US" dirty="0"/>
              <a:t>Single-bit Errors (Caused by brief noise spikes)</a:t>
            </a:r>
          </a:p>
          <a:p>
            <a:r>
              <a:rPr lang="en-US" dirty="0"/>
              <a:t>Example:</a:t>
            </a:r>
          </a:p>
          <a:p>
            <a:pPr lvl="1"/>
            <a:r>
              <a:rPr lang="en-US" dirty="0"/>
              <a:t>Suppose the binary data being transmitted is: 10110010</a:t>
            </a:r>
          </a:p>
          <a:p>
            <a:pPr lvl="1"/>
            <a:r>
              <a:rPr lang="en-US" dirty="0"/>
              <a:t>Due to a brief noise spike, the 3rd bit flips from 1 to 0: 10010010</a:t>
            </a:r>
          </a:p>
          <a:p>
            <a:pPr lvl="1"/>
            <a:r>
              <a:rPr lang="en-US" dirty="0"/>
              <a:t>Only one bit is affected, and error-detecting codes (like parity bits) can easily identify this.</a:t>
            </a:r>
            <a:endParaRPr lang="en-IN" dirty="0"/>
          </a:p>
        </p:txBody>
      </p:sp>
    </p:spTree>
    <p:extLst>
      <p:ext uri="{BB962C8B-B14F-4D97-AF65-F5344CB8AC3E}">
        <p14:creationId xmlns:p14="http://schemas.microsoft.com/office/powerpoint/2010/main" val="16526421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1F731-249E-1B93-AE89-ABF9913AB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D8594-99D2-94EC-32FE-9C281205B64F}"/>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C8FE7DEE-B09B-5A40-4CFF-E0A5AFBBD4EE}"/>
              </a:ext>
            </a:extLst>
          </p:cNvPr>
          <p:cNvSpPr>
            <a:spLocks noGrp="1"/>
          </p:cNvSpPr>
          <p:nvPr>
            <p:ph idx="1"/>
          </p:nvPr>
        </p:nvSpPr>
        <p:spPr>
          <a:xfrm>
            <a:off x="838200" y="1422853"/>
            <a:ext cx="10515600" cy="5070022"/>
          </a:xfrm>
        </p:spPr>
        <p:txBody>
          <a:bodyPr>
            <a:noAutofit/>
          </a:bodyPr>
          <a:lstStyle/>
          <a:p>
            <a:r>
              <a:rPr lang="en-US" dirty="0"/>
              <a:t>Burst Errors (Occur in clusters due to channel conditions)</a:t>
            </a:r>
          </a:p>
          <a:p>
            <a:pPr lvl="1"/>
            <a:r>
              <a:rPr lang="en-US" sz="2800" dirty="0"/>
              <a:t>Example:</a:t>
            </a:r>
          </a:p>
          <a:p>
            <a:pPr lvl="2"/>
            <a:r>
              <a:rPr lang="en-US" sz="2800" dirty="0"/>
              <a:t>Original transmitted data: 1101011010111101</a:t>
            </a:r>
          </a:p>
          <a:p>
            <a:pPr lvl="2"/>
            <a:r>
              <a:rPr lang="en-US" sz="2800" dirty="0"/>
              <a:t>A deep fade in a wireless channel affects multiple consecutive bits:1101</a:t>
            </a:r>
            <a:r>
              <a:rPr lang="en-US" sz="2800" dirty="0">
                <a:highlight>
                  <a:srgbClr val="00FFFF"/>
                </a:highlight>
              </a:rPr>
              <a:t>00000000</a:t>
            </a:r>
            <a:r>
              <a:rPr lang="en-US" sz="2800" dirty="0"/>
              <a:t>1101 (middle section corrupted)</a:t>
            </a:r>
          </a:p>
          <a:p>
            <a:pPr lvl="2"/>
            <a:r>
              <a:rPr lang="en-US" sz="2800" dirty="0"/>
              <a:t>Since multiple bits in a row are changed, burst errors are harder to correct than single-bit errors.</a:t>
            </a:r>
          </a:p>
        </p:txBody>
      </p:sp>
    </p:spTree>
    <p:extLst>
      <p:ext uri="{BB962C8B-B14F-4D97-AF65-F5344CB8AC3E}">
        <p14:creationId xmlns:p14="http://schemas.microsoft.com/office/powerpoint/2010/main" val="461914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1F731-249E-1B93-AE89-ABF9913AB9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DD8594-99D2-94EC-32FE-9C281205B64F}"/>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C8FE7DEE-B09B-5A40-4CFF-E0A5AFBBD4EE}"/>
              </a:ext>
            </a:extLst>
          </p:cNvPr>
          <p:cNvSpPr>
            <a:spLocks noGrp="1"/>
          </p:cNvSpPr>
          <p:nvPr>
            <p:ph idx="1"/>
          </p:nvPr>
        </p:nvSpPr>
        <p:spPr>
          <a:xfrm>
            <a:off x="838200" y="1422853"/>
            <a:ext cx="10515600" cy="5070022"/>
          </a:xfrm>
        </p:spPr>
        <p:txBody>
          <a:bodyPr>
            <a:noAutofit/>
          </a:bodyPr>
          <a:lstStyle/>
          <a:p>
            <a:pPr lvl="1"/>
            <a:r>
              <a:rPr lang="en-US" sz="3200" dirty="0"/>
              <a:t>Advantages:</a:t>
            </a:r>
          </a:p>
          <a:p>
            <a:pPr lvl="3"/>
            <a:r>
              <a:rPr lang="en-US" sz="2800" dirty="0"/>
              <a:t>If errors are in bursts, fewer overall data blocks may be affected.</a:t>
            </a:r>
          </a:p>
          <a:p>
            <a:pPr lvl="3"/>
            <a:r>
              <a:rPr lang="en-US" sz="2800" dirty="0"/>
              <a:t>Example: If errors affect groups of 100 bits at a time in a 1000-bit block, only 1 block in 10 is impacted rather than errors randomly distributed across all blocks.</a:t>
            </a:r>
          </a:p>
          <a:p>
            <a:pPr lvl="1"/>
            <a:r>
              <a:rPr lang="en-US" sz="3200" dirty="0"/>
              <a:t>Disadvantages:</a:t>
            </a:r>
          </a:p>
          <a:p>
            <a:pPr lvl="3"/>
            <a:r>
              <a:rPr lang="en-US" sz="2800" dirty="0"/>
              <a:t>Correcting large burst errors requires more advanced error-correcting codes (e.g., Reed-Solomon codes).</a:t>
            </a:r>
            <a:endParaRPr lang="en-IN" sz="2800" dirty="0"/>
          </a:p>
        </p:txBody>
      </p:sp>
    </p:spTree>
    <p:extLst>
      <p:ext uri="{BB962C8B-B14F-4D97-AF65-F5344CB8AC3E}">
        <p14:creationId xmlns:p14="http://schemas.microsoft.com/office/powerpoint/2010/main" val="7266461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77B58-8B27-EFAB-1B82-ADC3580C26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72943-B84A-34DF-B027-709E6508C592}"/>
              </a:ext>
            </a:extLst>
          </p:cNvPr>
          <p:cNvSpPr>
            <a:spLocks noGrp="1"/>
          </p:cNvSpPr>
          <p:nvPr>
            <p:ph type="title"/>
          </p:nvPr>
        </p:nvSpPr>
        <p:spPr/>
        <p:txBody>
          <a:bodyPr/>
          <a:lstStyle/>
          <a:p>
            <a:r>
              <a:rPr lang="en-IN" dirty="0"/>
              <a:t>Examples</a:t>
            </a:r>
          </a:p>
        </p:txBody>
      </p:sp>
      <p:sp>
        <p:nvSpPr>
          <p:cNvPr id="3" name="Content Placeholder 2">
            <a:extLst>
              <a:ext uri="{FF2B5EF4-FFF2-40B4-BE49-F238E27FC236}">
                <a16:creationId xmlns:a16="http://schemas.microsoft.com/office/drawing/2014/main" id="{973D51D0-F398-4C6C-6C0C-EAA13D73153B}"/>
              </a:ext>
            </a:extLst>
          </p:cNvPr>
          <p:cNvSpPr>
            <a:spLocks noGrp="1"/>
          </p:cNvSpPr>
          <p:nvPr>
            <p:ph idx="1"/>
          </p:nvPr>
        </p:nvSpPr>
        <p:spPr>
          <a:xfrm>
            <a:off x="838200" y="1349281"/>
            <a:ext cx="10515600" cy="4869090"/>
          </a:xfrm>
        </p:spPr>
        <p:txBody>
          <a:bodyPr>
            <a:noAutofit/>
          </a:bodyPr>
          <a:lstStyle/>
          <a:p>
            <a:r>
              <a:rPr lang="en-US" sz="3000" dirty="0"/>
              <a:t>Erasure Errors (Known locations of errors, making them easier to correct)</a:t>
            </a:r>
          </a:p>
          <a:p>
            <a:r>
              <a:rPr lang="en-US" sz="3000" dirty="0"/>
              <a:t>Example:</a:t>
            </a:r>
          </a:p>
          <a:p>
            <a:pPr lvl="1"/>
            <a:r>
              <a:rPr lang="en-US" sz="3000" dirty="0"/>
              <a:t>Transmitted data: 10111001</a:t>
            </a:r>
          </a:p>
          <a:p>
            <a:pPr lvl="1"/>
            <a:r>
              <a:rPr lang="en-US" sz="3000" dirty="0"/>
              <a:t>If the receiver detects weak signal strength or distortion for the 5th bit, it marks it as an erasure:</a:t>
            </a:r>
          </a:p>
          <a:p>
            <a:pPr lvl="2"/>
            <a:r>
              <a:rPr lang="en-US" sz="3000" dirty="0"/>
              <a:t>1011?001 (? represents an identified missing/uncertain bit)</a:t>
            </a:r>
          </a:p>
          <a:p>
            <a:pPr lvl="1"/>
            <a:r>
              <a:rPr lang="en-US" sz="3000" dirty="0"/>
              <a:t>Since the position of the error is known, it is easier to correct by referring to redundant information in the message (e.g., using FEC or interpolation techniques).</a:t>
            </a:r>
            <a:endParaRPr lang="en-IN" sz="3000" dirty="0"/>
          </a:p>
        </p:txBody>
      </p:sp>
    </p:spTree>
    <p:extLst>
      <p:ext uri="{BB962C8B-B14F-4D97-AF65-F5344CB8AC3E}">
        <p14:creationId xmlns:p14="http://schemas.microsoft.com/office/powerpoint/2010/main" val="38313972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B055D-CA5A-5D41-B580-DA6BBD5127A0}"/>
              </a:ext>
            </a:extLst>
          </p:cNvPr>
          <p:cNvSpPr>
            <a:spLocks noGrp="1"/>
          </p:cNvSpPr>
          <p:nvPr>
            <p:ph type="title"/>
          </p:nvPr>
        </p:nvSpPr>
        <p:spPr/>
        <p:txBody>
          <a:bodyPr/>
          <a:lstStyle/>
          <a:p>
            <a:r>
              <a:rPr lang="en-IN" dirty="0"/>
              <a:t>ERROR DETECTION AND CORRECTION</a:t>
            </a:r>
          </a:p>
        </p:txBody>
      </p:sp>
      <p:sp>
        <p:nvSpPr>
          <p:cNvPr id="3" name="Content Placeholder 2">
            <a:extLst>
              <a:ext uri="{FF2B5EF4-FFF2-40B4-BE49-F238E27FC236}">
                <a16:creationId xmlns:a16="http://schemas.microsoft.com/office/drawing/2014/main" id="{60263986-7AFD-FA36-F7BA-4C5B0DEF1AC3}"/>
              </a:ext>
            </a:extLst>
          </p:cNvPr>
          <p:cNvSpPr>
            <a:spLocks noGrp="1"/>
          </p:cNvSpPr>
          <p:nvPr>
            <p:ph idx="1"/>
          </p:nvPr>
        </p:nvSpPr>
        <p:spPr>
          <a:xfrm>
            <a:off x="838200" y="1358762"/>
            <a:ext cx="10515600" cy="4667250"/>
          </a:xfrm>
        </p:spPr>
        <p:txBody>
          <a:bodyPr>
            <a:noAutofit/>
          </a:bodyPr>
          <a:lstStyle/>
          <a:p>
            <a:pPr>
              <a:buFont typeface="Arial" panose="020B0604020202020204" pitchFamily="34" charset="0"/>
              <a:buChar char="•"/>
            </a:pPr>
            <a:r>
              <a:rPr lang="en-US" sz="2400" b="1" dirty="0"/>
              <a:t>Error Codes in Networking</a:t>
            </a:r>
          </a:p>
          <a:p>
            <a:pPr marL="742950" lvl="1" indent="-285750">
              <a:lnSpc>
                <a:spcPct val="120000"/>
              </a:lnSpc>
              <a:buFont typeface="Arial" panose="020B0604020202020204" pitchFamily="34" charset="0"/>
              <a:buChar char="•"/>
            </a:pPr>
            <a:r>
              <a:rPr lang="en-US" b="1" dirty="0"/>
              <a:t>Link Layer</a:t>
            </a:r>
            <a:r>
              <a:rPr lang="en-US" dirty="0"/>
              <a:t>: First line of defense against transmission errors.</a:t>
            </a:r>
          </a:p>
          <a:p>
            <a:pPr marL="742950" lvl="1" indent="-285750">
              <a:lnSpc>
                <a:spcPct val="120000"/>
              </a:lnSpc>
              <a:buFont typeface="Arial" panose="020B0604020202020204" pitchFamily="34" charset="0"/>
              <a:buChar char="•"/>
            </a:pPr>
            <a:r>
              <a:rPr lang="en-US" b="1" dirty="0"/>
              <a:t>Physical Layer</a:t>
            </a:r>
            <a:r>
              <a:rPr lang="en-US" dirty="0"/>
              <a:t>: Often uses FEC for noisy channels.</a:t>
            </a:r>
          </a:p>
          <a:p>
            <a:pPr marL="742950" lvl="1" indent="-285750">
              <a:lnSpc>
                <a:spcPct val="120000"/>
              </a:lnSpc>
              <a:buFont typeface="Arial" panose="020B0604020202020204" pitchFamily="34" charset="0"/>
              <a:buChar char="•"/>
            </a:pPr>
            <a:r>
              <a:rPr lang="en-US" b="1" dirty="0"/>
              <a:t>Higher Layers</a:t>
            </a:r>
            <a:r>
              <a:rPr lang="en-US" dirty="0"/>
              <a:t>: Real-time media and content distribution use error correction.</a:t>
            </a:r>
          </a:p>
          <a:p>
            <a:r>
              <a:rPr lang="en-US" sz="2400" b="1" dirty="0"/>
              <a:t>Importance of Standardized Error Codes</a:t>
            </a:r>
          </a:p>
          <a:p>
            <a:pPr lvl="1">
              <a:lnSpc>
                <a:spcPct val="120000"/>
              </a:lnSpc>
            </a:pPr>
            <a:r>
              <a:rPr lang="en-US" dirty="0"/>
              <a:t>Error codes rely on advanced mathematics (e.g., Galois fields, sparse matrices).</a:t>
            </a:r>
          </a:p>
          <a:p>
            <a:pPr lvl="1">
              <a:lnSpc>
                <a:spcPct val="120000"/>
              </a:lnSpc>
            </a:pPr>
            <a:r>
              <a:rPr lang="en-US" dirty="0"/>
              <a:t>Standardized codes should be used instead of designing custom solutions.</a:t>
            </a:r>
          </a:p>
          <a:p>
            <a:pPr lvl="1">
              <a:lnSpc>
                <a:spcPct val="120000"/>
              </a:lnSpc>
            </a:pPr>
            <a:r>
              <a:rPr lang="en-US" dirty="0"/>
              <a:t>Many protocol standards reuse well-tested error-correcting codes.</a:t>
            </a:r>
          </a:p>
          <a:p>
            <a:endParaRPr lang="en-IN" dirty="0"/>
          </a:p>
        </p:txBody>
      </p:sp>
    </p:spTree>
    <p:extLst>
      <p:ext uri="{BB962C8B-B14F-4D97-AF65-F5344CB8AC3E}">
        <p14:creationId xmlns:p14="http://schemas.microsoft.com/office/powerpoint/2010/main" val="42075441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D7D69-1B3B-A4D4-8362-75C33AB8B4F2}"/>
              </a:ext>
            </a:extLst>
          </p:cNvPr>
          <p:cNvSpPr>
            <a:spLocks noGrp="1"/>
          </p:cNvSpPr>
          <p:nvPr>
            <p:ph type="title"/>
          </p:nvPr>
        </p:nvSpPr>
        <p:spPr/>
        <p:txBody>
          <a:bodyPr/>
          <a:lstStyle/>
          <a:p>
            <a:r>
              <a:rPr lang="en-IN" dirty="0"/>
              <a:t>Error-Correcting Codes</a:t>
            </a:r>
          </a:p>
        </p:txBody>
      </p:sp>
      <p:sp>
        <p:nvSpPr>
          <p:cNvPr id="3" name="Content Placeholder 2">
            <a:extLst>
              <a:ext uri="{FF2B5EF4-FFF2-40B4-BE49-F238E27FC236}">
                <a16:creationId xmlns:a16="http://schemas.microsoft.com/office/drawing/2014/main" id="{CFDBEA70-FDBD-D0A4-273F-FC86B683637A}"/>
              </a:ext>
            </a:extLst>
          </p:cNvPr>
          <p:cNvSpPr>
            <a:spLocks noGrp="1"/>
          </p:cNvSpPr>
          <p:nvPr>
            <p:ph idx="1"/>
          </p:nvPr>
        </p:nvSpPr>
        <p:spPr>
          <a:xfrm>
            <a:off x="838200" y="1454713"/>
            <a:ext cx="10515600" cy="4351338"/>
          </a:xfrm>
        </p:spPr>
        <p:txBody>
          <a:bodyPr>
            <a:normAutofit/>
          </a:bodyPr>
          <a:lstStyle/>
          <a:p>
            <a:r>
              <a:rPr lang="en-US" dirty="0"/>
              <a:t>Error-correcting codes add redundancy to transmitted information to detect and correct errors. </a:t>
            </a:r>
          </a:p>
          <a:p>
            <a:r>
              <a:rPr lang="en-US" dirty="0"/>
              <a:t>Four types of codes are examined:</a:t>
            </a:r>
          </a:p>
          <a:p>
            <a:pPr marL="971550" lvl="1" indent="-514350">
              <a:buFont typeface="+mj-lt"/>
              <a:buAutoNum type="arabicPeriod"/>
            </a:pPr>
            <a:r>
              <a:rPr lang="en-US" sz="2800" dirty="0"/>
              <a:t>Hamming Codes</a:t>
            </a:r>
          </a:p>
          <a:p>
            <a:pPr marL="971550" lvl="1" indent="-514350">
              <a:buFont typeface="+mj-lt"/>
              <a:buAutoNum type="arabicPeriod"/>
            </a:pPr>
            <a:r>
              <a:rPr lang="en-US" sz="2800" dirty="0"/>
              <a:t>Binary Convolutional Codes</a:t>
            </a:r>
          </a:p>
          <a:p>
            <a:pPr marL="971550" lvl="1" indent="-514350">
              <a:buFont typeface="+mj-lt"/>
              <a:buAutoNum type="arabicPeriod"/>
            </a:pPr>
            <a:r>
              <a:rPr lang="en-US" sz="2800" dirty="0"/>
              <a:t>Reed-Solomon Codes</a:t>
            </a:r>
          </a:p>
          <a:p>
            <a:pPr marL="971550" lvl="1" indent="-514350">
              <a:buFont typeface="+mj-lt"/>
              <a:buAutoNum type="arabicPeriod"/>
            </a:pPr>
            <a:r>
              <a:rPr lang="en-US" sz="2800" dirty="0"/>
              <a:t>Low-Density Parity Check (LDPC) Codes</a:t>
            </a:r>
            <a:endParaRPr lang="en-IN" sz="2800" dirty="0"/>
          </a:p>
        </p:txBody>
      </p:sp>
    </p:spTree>
    <p:extLst>
      <p:ext uri="{BB962C8B-B14F-4D97-AF65-F5344CB8AC3E}">
        <p14:creationId xmlns:p14="http://schemas.microsoft.com/office/powerpoint/2010/main" val="7097996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3291E-D527-D365-1E0D-6F12CB13A0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A1734-29C3-F5DE-1207-1590A2FC9ED5}"/>
              </a:ext>
            </a:extLst>
          </p:cNvPr>
          <p:cNvSpPr>
            <a:spLocks noGrp="1"/>
          </p:cNvSpPr>
          <p:nvPr>
            <p:ph type="title"/>
          </p:nvPr>
        </p:nvSpPr>
        <p:spPr/>
        <p:txBody>
          <a:bodyPr/>
          <a:lstStyle/>
          <a:p>
            <a:r>
              <a:rPr lang="en-IN" dirty="0"/>
              <a:t>Error-Correcting Codes</a:t>
            </a:r>
          </a:p>
        </p:txBody>
      </p:sp>
      <p:sp>
        <p:nvSpPr>
          <p:cNvPr id="3" name="Content Placeholder 2">
            <a:extLst>
              <a:ext uri="{FF2B5EF4-FFF2-40B4-BE49-F238E27FC236}">
                <a16:creationId xmlns:a16="http://schemas.microsoft.com/office/drawing/2014/main" id="{FE4B82C5-C39E-3A4C-E279-4D0FEE31A063}"/>
              </a:ext>
            </a:extLst>
          </p:cNvPr>
          <p:cNvSpPr>
            <a:spLocks noGrp="1"/>
          </p:cNvSpPr>
          <p:nvPr>
            <p:ph idx="1"/>
          </p:nvPr>
        </p:nvSpPr>
        <p:spPr>
          <a:xfrm>
            <a:off x="975851" y="1444881"/>
            <a:ext cx="10515600" cy="4351338"/>
          </a:xfrm>
        </p:spPr>
        <p:txBody>
          <a:bodyPr>
            <a:normAutofit/>
          </a:bodyPr>
          <a:lstStyle/>
          <a:p>
            <a:pPr marL="0" indent="0">
              <a:buNone/>
            </a:pPr>
            <a:r>
              <a:rPr lang="en-US" dirty="0"/>
              <a:t>Each code consists of:</a:t>
            </a:r>
          </a:p>
          <a:p>
            <a:r>
              <a:rPr lang="en-US" dirty="0"/>
              <a:t>m data bits (message)</a:t>
            </a:r>
          </a:p>
          <a:p>
            <a:r>
              <a:rPr lang="en-US" dirty="0"/>
              <a:t>r check bits (redundancy)</a:t>
            </a:r>
          </a:p>
          <a:p>
            <a:r>
              <a:rPr lang="en-US" dirty="0"/>
              <a:t>Total length n = m + r</a:t>
            </a:r>
          </a:p>
          <a:p>
            <a:r>
              <a:rPr lang="en-US" dirty="0"/>
              <a:t>A transmitted n-bit codeword consists of both data and check bits.</a:t>
            </a:r>
          </a:p>
          <a:p>
            <a:r>
              <a:rPr lang="en-US" sz="2800" dirty="0"/>
              <a:t>Code word = (n, </a:t>
            </a:r>
            <a:r>
              <a:rPr lang="en-US" dirty="0"/>
              <a:t>m)</a:t>
            </a:r>
            <a:endParaRPr lang="en-IN" sz="2800" dirty="0"/>
          </a:p>
        </p:txBody>
      </p:sp>
    </p:spTree>
    <p:extLst>
      <p:ext uri="{BB962C8B-B14F-4D97-AF65-F5344CB8AC3E}">
        <p14:creationId xmlns:p14="http://schemas.microsoft.com/office/powerpoint/2010/main" val="1390798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F4A234-B245-347B-AD84-3E947DC49329}"/>
              </a:ext>
            </a:extLst>
          </p:cNvPr>
          <p:cNvSpPr>
            <a:spLocks noGrp="1"/>
          </p:cNvSpPr>
          <p:nvPr>
            <p:ph type="title"/>
          </p:nvPr>
        </p:nvSpPr>
        <p:spPr/>
        <p:txBody>
          <a:bodyPr/>
          <a:lstStyle/>
          <a:p>
            <a:r>
              <a:rPr lang="en-IN" dirty="0"/>
              <a:t>Block Codes and Properties</a:t>
            </a:r>
          </a:p>
        </p:txBody>
      </p:sp>
      <p:sp>
        <p:nvSpPr>
          <p:cNvPr id="3" name="Content Placeholder 2">
            <a:extLst>
              <a:ext uri="{FF2B5EF4-FFF2-40B4-BE49-F238E27FC236}">
                <a16:creationId xmlns:a16="http://schemas.microsoft.com/office/drawing/2014/main" id="{197B7270-4449-4E20-B19B-286C3B15CF42}"/>
              </a:ext>
            </a:extLst>
          </p:cNvPr>
          <p:cNvSpPr>
            <a:spLocks noGrp="1"/>
          </p:cNvSpPr>
          <p:nvPr>
            <p:ph idx="1"/>
          </p:nvPr>
        </p:nvSpPr>
        <p:spPr>
          <a:xfrm>
            <a:off x="838200" y="1457763"/>
            <a:ext cx="10515600" cy="5035112"/>
          </a:xfrm>
        </p:spPr>
        <p:txBody>
          <a:bodyPr>
            <a:normAutofit fontScale="92500" lnSpcReduction="10000"/>
          </a:bodyPr>
          <a:lstStyle/>
          <a:p>
            <a:pPr algn="just"/>
            <a:r>
              <a:rPr lang="en-US" dirty="0"/>
              <a:t>Block Codes : r check bits are computed solely as a function of the m data bits with which they are associated, as though the m bits were looked up in a large table to find their corresponding r check bits.</a:t>
            </a:r>
          </a:p>
          <a:p>
            <a:r>
              <a:rPr lang="en-US" dirty="0"/>
              <a:t>Systematic Codes: Message bits are sent directly with check bits.</a:t>
            </a:r>
          </a:p>
          <a:p>
            <a:r>
              <a:rPr lang="en-US" dirty="0"/>
              <a:t>Linear Codes: Check bits are a linear function of message bits (e.g., using XOR).</a:t>
            </a:r>
          </a:p>
          <a:p>
            <a:r>
              <a:rPr lang="en-US" dirty="0"/>
              <a:t>Code Rate: Defined as m/n, representing the fraction of non-redundant bits.</a:t>
            </a:r>
          </a:p>
          <a:p>
            <a:r>
              <a:rPr lang="en-US" dirty="0"/>
              <a:t>Hamming Distance: The number of bit positions in which two codewords differ.</a:t>
            </a:r>
          </a:p>
          <a:p>
            <a:pPr lvl="1"/>
            <a:r>
              <a:rPr lang="en-US" dirty="0"/>
              <a:t>Denoted as d, it determines error detection and correction capability.</a:t>
            </a:r>
          </a:p>
          <a:p>
            <a:pPr lvl="1"/>
            <a:r>
              <a:rPr lang="en-US" dirty="0"/>
              <a:t>A code with distance d+1 can detect d errors.</a:t>
            </a:r>
          </a:p>
          <a:p>
            <a:pPr lvl="1"/>
            <a:r>
              <a:rPr lang="en-US" dirty="0"/>
              <a:t>A code with distance 2d+1 can correct d errors.</a:t>
            </a:r>
            <a:endParaRPr lang="en-IN" dirty="0"/>
          </a:p>
        </p:txBody>
      </p:sp>
    </p:spTree>
    <p:extLst>
      <p:ext uri="{BB962C8B-B14F-4D97-AF65-F5344CB8AC3E}">
        <p14:creationId xmlns:p14="http://schemas.microsoft.com/office/powerpoint/2010/main" val="10376776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91E53-E45B-75A8-945F-FDAE42985098}"/>
              </a:ext>
            </a:extLst>
          </p:cNvPr>
          <p:cNvSpPr>
            <a:spLocks noGrp="1"/>
          </p:cNvSpPr>
          <p:nvPr>
            <p:ph type="title"/>
          </p:nvPr>
        </p:nvSpPr>
        <p:spPr/>
        <p:txBody>
          <a:bodyPr/>
          <a:lstStyle/>
          <a:p>
            <a:r>
              <a:rPr lang="en-IN" dirty="0"/>
              <a:t>Hamming Distance</a:t>
            </a:r>
          </a:p>
        </p:txBody>
      </p:sp>
      <p:sp>
        <p:nvSpPr>
          <p:cNvPr id="3" name="Content Placeholder 2">
            <a:extLst>
              <a:ext uri="{FF2B5EF4-FFF2-40B4-BE49-F238E27FC236}">
                <a16:creationId xmlns:a16="http://schemas.microsoft.com/office/drawing/2014/main" id="{47D67B90-AF41-2400-100A-208E20272AF3}"/>
              </a:ext>
            </a:extLst>
          </p:cNvPr>
          <p:cNvSpPr>
            <a:spLocks noGrp="1"/>
          </p:cNvSpPr>
          <p:nvPr>
            <p:ph idx="1"/>
          </p:nvPr>
        </p:nvSpPr>
        <p:spPr/>
        <p:txBody>
          <a:bodyPr/>
          <a:lstStyle/>
          <a:p>
            <a:pPr marL="0" indent="0">
              <a:buNone/>
            </a:pPr>
            <a:r>
              <a:rPr lang="en-IN" dirty="0"/>
              <a:t>10001001 </a:t>
            </a:r>
          </a:p>
          <a:p>
            <a:pPr marL="0" indent="0">
              <a:buNone/>
            </a:pPr>
            <a:r>
              <a:rPr lang="en-IN" dirty="0"/>
              <a:t>10110001</a:t>
            </a:r>
          </a:p>
          <a:p>
            <a:pPr marL="0" indent="0">
              <a:buNone/>
            </a:pPr>
            <a:r>
              <a:rPr lang="en-IN" dirty="0"/>
              <a:t>------------------</a:t>
            </a:r>
          </a:p>
          <a:p>
            <a:pPr marL="0" indent="0">
              <a:buNone/>
            </a:pPr>
            <a:r>
              <a:rPr lang="en-IN" dirty="0"/>
              <a:t>00111000</a:t>
            </a:r>
          </a:p>
          <a:p>
            <a:pPr marL="0" indent="0">
              <a:buNone/>
            </a:pPr>
            <a:r>
              <a:rPr lang="en-IN" dirty="0"/>
              <a:t>------------------</a:t>
            </a:r>
          </a:p>
          <a:p>
            <a:pPr marL="0" indent="0">
              <a:buNone/>
            </a:pPr>
            <a:r>
              <a:rPr lang="en-US" dirty="0"/>
              <a:t>Hamming Distance (</a:t>
            </a:r>
            <a:r>
              <a:rPr lang="en-US" i="1" dirty="0"/>
              <a:t>d</a:t>
            </a:r>
            <a:r>
              <a:rPr lang="en-US" dirty="0"/>
              <a:t>) : The number of bit positions in which two code words differ</a:t>
            </a:r>
          </a:p>
          <a:p>
            <a:pPr marL="0" indent="0">
              <a:buNone/>
            </a:pPr>
            <a:endParaRPr lang="en-IN" dirty="0"/>
          </a:p>
        </p:txBody>
      </p:sp>
    </p:spTree>
    <p:extLst>
      <p:ext uri="{BB962C8B-B14F-4D97-AF65-F5344CB8AC3E}">
        <p14:creationId xmlns:p14="http://schemas.microsoft.com/office/powerpoint/2010/main" val="32808390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DD6CA-7E0A-F20E-C86E-5EBC5F481645}"/>
              </a:ext>
            </a:extLst>
          </p:cNvPr>
          <p:cNvSpPr>
            <a:spLocks noGrp="1"/>
          </p:cNvSpPr>
          <p:nvPr>
            <p:ph type="title"/>
          </p:nvPr>
        </p:nvSpPr>
        <p:spPr/>
        <p:txBody>
          <a:bodyPr/>
          <a:lstStyle/>
          <a:p>
            <a:r>
              <a:rPr lang="en-IN" dirty="0"/>
              <a:t>Hamming Code</a:t>
            </a:r>
          </a:p>
        </p:txBody>
      </p:sp>
      <p:sp>
        <p:nvSpPr>
          <p:cNvPr id="3" name="Content Placeholder 2">
            <a:extLst>
              <a:ext uri="{FF2B5EF4-FFF2-40B4-BE49-F238E27FC236}">
                <a16:creationId xmlns:a16="http://schemas.microsoft.com/office/drawing/2014/main" id="{8919AD0B-8ECD-6BF0-BB3D-9AC0DA5D674B}"/>
              </a:ext>
            </a:extLst>
          </p:cNvPr>
          <p:cNvSpPr>
            <a:spLocks noGrp="1"/>
          </p:cNvSpPr>
          <p:nvPr>
            <p:ph idx="1"/>
          </p:nvPr>
        </p:nvSpPr>
        <p:spPr>
          <a:xfrm>
            <a:off x="838200" y="1373679"/>
            <a:ext cx="10515600" cy="5119195"/>
          </a:xfrm>
        </p:spPr>
        <p:txBody>
          <a:bodyPr>
            <a:normAutofit lnSpcReduction="10000"/>
          </a:bodyPr>
          <a:lstStyle/>
          <a:p>
            <a:r>
              <a:rPr lang="en-US" dirty="0"/>
              <a:t>A type of block code with Hamming distance 3, allowing single-bit error correction.</a:t>
            </a:r>
          </a:p>
          <a:p>
            <a:r>
              <a:rPr lang="en-US" dirty="0"/>
              <a:t>Construction:</a:t>
            </a:r>
          </a:p>
          <a:p>
            <a:pPr lvl="1"/>
            <a:r>
              <a:rPr lang="en-US" dirty="0"/>
              <a:t>Codeword bits are numbered sequentially.</a:t>
            </a:r>
          </a:p>
          <a:p>
            <a:pPr lvl="1"/>
            <a:r>
              <a:rPr lang="en-US" dirty="0"/>
              <a:t>Bits at positions that are powers of 2 (1, 2, 4, 8, etc.) are check bits.</a:t>
            </a:r>
          </a:p>
          <a:p>
            <a:pPr lvl="1"/>
            <a:r>
              <a:rPr lang="en-US" dirty="0"/>
              <a:t>Other positions contain message bits.</a:t>
            </a:r>
          </a:p>
          <a:p>
            <a:pPr lvl="1"/>
            <a:r>
              <a:rPr lang="en-US" dirty="0"/>
              <a:t>Each check bit ensures even parity over a subset of bits.</a:t>
            </a:r>
          </a:p>
          <a:p>
            <a:r>
              <a:rPr lang="en-US" dirty="0"/>
              <a:t>Error Detection and Correction:</a:t>
            </a:r>
          </a:p>
          <a:p>
            <a:pPr lvl="1"/>
            <a:r>
              <a:rPr lang="en-US" dirty="0"/>
              <a:t>If all check bits are correct, the received codeword is valid.</a:t>
            </a:r>
          </a:p>
          <a:p>
            <a:pPr lvl="1"/>
            <a:r>
              <a:rPr lang="en-US" dirty="0"/>
              <a:t>If some check bits are incorrect, an error syndrome is formed.</a:t>
            </a:r>
          </a:p>
          <a:p>
            <a:pPr lvl="1"/>
            <a:r>
              <a:rPr lang="en-US" dirty="0"/>
              <a:t>The syndrome pinpoints the erroneous bit, which is then flipped to correct the error.</a:t>
            </a:r>
          </a:p>
          <a:p>
            <a:pPr lvl="1"/>
            <a:r>
              <a:rPr lang="en-US" dirty="0"/>
              <a:t>Example: A (11,7) Hamming code can detect and correct single-bit errors.</a:t>
            </a:r>
            <a:endParaRPr lang="en-IN" dirty="0"/>
          </a:p>
        </p:txBody>
      </p:sp>
    </p:spTree>
    <p:extLst>
      <p:ext uri="{BB962C8B-B14F-4D97-AF65-F5344CB8AC3E}">
        <p14:creationId xmlns:p14="http://schemas.microsoft.com/office/powerpoint/2010/main" val="13419267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A763E-BE2B-528A-63FA-9C5011CDE86C}"/>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A0C7BD49-2A47-0222-0F4C-2E93BBF471BB}"/>
              </a:ext>
            </a:extLst>
          </p:cNvPr>
          <p:cNvSpPr>
            <a:spLocks noGrp="1"/>
          </p:cNvSpPr>
          <p:nvPr>
            <p:ph idx="1"/>
          </p:nvPr>
        </p:nvSpPr>
        <p:spPr/>
        <p:txBody>
          <a:bodyPr/>
          <a:lstStyle/>
          <a:p>
            <a:r>
              <a:rPr lang="en-IN" dirty="0"/>
              <a:t>0000000000, 0000011111, 1111100000, and 1111111111 are valid codewords with hamming distance of 5. </a:t>
            </a:r>
          </a:p>
          <a:p>
            <a:r>
              <a:rPr lang="en-IN" dirty="0"/>
              <a:t>The codeword arrives is : 0000000111</a:t>
            </a:r>
          </a:p>
          <a:p>
            <a:endParaRPr lang="en-IN" dirty="0"/>
          </a:p>
        </p:txBody>
      </p:sp>
      <p:pic>
        <p:nvPicPr>
          <p:cNvPr id="5" name="Picture 4">
            <a:extLst>
              <a:ext uri="{FF2B5EF4-FFF2-40B4-BE49-F238E27FC236}">
                <a16:creationId xmlns:a16="http://schemas.microsoft.com/office/drawing/2014/main" id="{845546C3-1A2D-7D8C-238D-E5216D07CC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7777" y="3318408"/>
            <a:ext cx="9155902" cy="2736635"/>
          </a:xfrm>
          <a:prstGeom prst="rect">
            <a:avLst/>
          </a:prstGeom>
        </p:spPr>
      </p:pic>
    </p:spTree>
    <p:extLst>
      <p:ext uri="{BB962C8B-B14F-4D97-AF65-F5344CB8AC3E}">
        <p14:creationId xmlns:p14="http://schemas.microsoft.com/office/powerpoint/2010/main" val="16675101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A9643-FDC4-21FE-EB5A-DAFE44D4CEDF}"/>
              </a:ext>
            </a:extLst>
          </p:cNvPr>
          <p:cNvSpPr>
            <a:spLocks noGrp="1"/>
          </p:cNvSpPr>
          <p:nvPr>
            <p:ph type="title"/>
          </p:nvPr>
        </p:nvSpPr>
        <p:spPr/>
        <p:txBody>
          <a:bodyPr/>
          <a:lstStyle/>
          <a:p>
            <a:r>
              <a:rPr kumimoji="0" lang="en-US" altLang="en-US" sz="4400" b="1" i="0" u="none" strike="noStrike" cap="none" normalizeH="0" baseline="0" dirty="0">
                <a:ln>
                  <a:noFill/>
                </a:ln>
                <a:solidFill>
                  <a:schemeClr val="tx1"/>
                </a:solidFill>
                <a:effectLst/>
                <a:latin typeface="Arial" panose="020B0604020202020204" pitchFamily="34" charset="0"/>
              </a:rPr>
              <a:t>Table for Hamming (11,7) Bit Positions</a:t>
            </a:r>
            <a:endParaRPr lang="en-IN" dirty="0"/>
          </a:p>
        </p:txBody>
      </p:sp>
      <p:graphicFrame>
        <p:nvGraphicFramePr>
          <p:cNvPr id="4" name="Content Placeholder 3">
            <a:extLst>
              <a:ext uri="{FF2B5EF4-FFF2-40B4-BE49-F238E27FC236}">
                <a16:creationId xmlns:a16="http://schemas.microsoft.com/office/drawing/2014/main" id="{28D85448-6C5E-E9E3-1B4F-9F443512013F}"/>
              </a:ext>
            </a:extLst>
          </p:cNvPr>
          <p:cNvGraphicFramePr>
            <a:graphicFrameLocks noGrp="1"/>
          </p:cNvGraphicFramePr>
          <p:nvPr>
            <p:ph idx="1"/>
            <p:extLst>
              <p:ext uri="{D42A27DB-BD31-4B8C-83A1-F6EECF244321}">
                <p14:modId xmlns:p14="http://schemas.microsoft.com/office/powerpoint/2010/main" val="3827688959"/>
              </p:ext>
            </p:extLst>
          </p:nvPr>
        </p:nvGraphicFramePr>
        <p:xfrm>
          <a:off x="1068969" y="1398204"/>
          <a:ext cx="10708503" cy="4746564"/>
        </p:xfrm>
        <a:graphic>
          <a:graphicData uri="http://schemas.openxmlformats.org/drawingml/2006/table">
            <a:tbl>
              <a:tblPr/>
              <a:tblGrid>
                <a:gridCol w="3569501">
                  <a:extLst>
                    <a:ext uri="{9D8B030D-6E8A-4147-A177-3AD203B41FA5}">
                      <a16:colId xmlns:a16="http://schemas.microsoft.com/office/drawing/2014/main" val="1473523328"/>
                    </a:ext>
                  </a:extLst>
                </a:gridCol>
                <a:gridCol w="3569501">
                  <a:extLst>
                    <a:ext uri="{9D8B030D-6E8A-4147-A177-3AD203B41FA5}">
                      <a16:colId xmlns:a16="http://schemas.microsoft.com/office/drawing/2014/main" val="1587157204"/>
                    </a:ext>
                  </a:extLst>
                </a:gridCol>
                <a:gridCol w="3569501">
                  <a:extLst>
                    <a:ext uri="{9D8B030D-6E8A-4147-A177-3AD203B41FA5}">
                      <a16:colId xmlns:a16="http://schemas.microsoft.com/office/drawing/2014/main" val="1190281137"/>
                    </a:ext>
                  </a:extLst>
                </a:gridCol>
              </a:tblGrid>
              <a:tr h="395547">
                <a:tc>
                  <a:txBody>
                    <a:bodyPr/>
                    <a:lstStyle/>
                    <a:p>
                      <a:r>
                        <a:rPr lang="en-IN" sz="1800" b="1" dirty="0"/>
                        <a:t>Bit Position (1-11)</a:t>
                      </a:r>
                      <a:endParaRPr lang="en-IN" sz="1800" dirty="0"/>
                    </a:p>
                  </a:txBody>
                  <a:tcPr marL="90653" marR="90653" marT="45326" marB="45326" anchor="ctr">
                    <a:lnL>
                      <a:noFill/>
                    </a:lnL>
                    <a:lnR>
                      <a:noFill/>
                    </a:lnR>
                    <a:lnT>
                      <a:noFill/>
                    </a:lnT>
                    <a:lnB>
                      <a:noFill/>
                    </a:lnB>
                    <a:noFill/>
                  </a:tcPr>
                </a:tc>
                <a:tc>
                  <a:txBody>
                    <a:bodyPr/>
                    <a:lstStyle/>
                    <a:p>
                      <a:r>
                        <a:rPr lang="en-IN" sz="1800" b="1"/>
                        <a:t>Type</a:t>
                      </a:r>
                      <a:endParaRPr lang="en-IN" sz="1800"/>
                    </a:p>
                  </a:txBody>
                  <a:tcPr marL="90653" marR="90653" marT="45326" marB="45326" anchor="ctr">
                    <a:lnL>
                      <a:noFill/>
                    </a:lnL>
                    <a:lnR>
                      <a:noFill/>
                    </a:lnR>
                    <a:lnT>
                      <a:noFill/>
                    </a:lnT>
                    <a:lnB>
                      <a:noFill/>
                    </a:lnB>
                    <a:noFill/>
                  </a:tcPr>
                </a:tc>
                <a:tc>
                  <a:txBody>
                    <a:bodyPr/>
                    <a:lstStyle/>
                    <a:p>
                      <a:r>
                        <a:rPr lang="en-IN" sz="1800" b="1"/>
                        <a:t>Parity Covers</a:t>
                      </a:r>
                      <a:endParaRPr lang="en-IN" sz="1800"/>
                    </a:p>
                  </a:txBody>
                  <a:tcPr marL="90653" marR="90653" marT="45326" marB="45326" anchor="ctr">
                    <a:lnL>
                      <a:noFill/>
                    </a:lnL>
                    <a:lnR>
                      <a:noFill/>
                    </a:lnR>
                    <a:lnT>
                      <a:noFill/>
                    </a:lnT>
                    <a:lnB>
                      <a:noFill/>
                    </a:lnB>
                    <a:noFill/>
                  </a:tcPr>
                </a:tc>
                <a:extLst>
                  <a:ext uri="{0D108BD9-81ED-4DB2-BD59-A6C34878D82A}">
                    <a16:rowId xmlns:a16="http://schemas.microsoft.com/office/drawing/2014/main" val="1827804493"/>
                  </a:ext>
                </a:extLst>
              </a:tr>
              <a:tr h="395547">
                <a:tc>
                  <a:txBody>
                    <a:bodyPr/>
                    <a:lstStyle/>
                    <a:p>
                      <a:r>
                        <a:rPr lang="en-IN" sz="1800" b="1" dirty="0"/>
                        <a:t>1 (p1)</a:t>
                      </a:r>
                      <a:endParaRPr lang="en-IN" sz="1800" dirty="0"/>
                    </a:p>
                  </a:txBody>
                  <a:tcPr marL="90653" marR="90653" marT="45326" marB="45326" anchor="ctr">
                    <a:lnL>
                      <a:noFill/>
                    </a:lnL>
                    <a:lnR>
                      <a:noFill/>
                    </a:lnR>
                    <a:lnT>
                      <a:noFill/>
                    </a:lnT>
                    <a:lnB>
                      <a:noFill/>
                    </a:lnB>
                    <a:noFill/>
                  </a:tcPr>
                </a:tc>
                <a:tc>
                  <a:txBody>
                    <a:bodyPr/>
                    <a:lstStyle/>
                    <a:p>
                      <a:r>
                        <a:rPr lang="en-IN" sz="1800"/>
                        <a:t>Parity</a:t>
                      </a:r>
                    </a:p>
                  </a:txBody>
                  <a:tcPr marL="90653" marR="90653" marT="45326" marB="45326" anchor="ctr">
                    <a:lnL>
                      <a:noFill/>
                    </a:lnL>
                    <a:lnR>
                      <a:noFill/>
                    </a:lnR>
                    <a:lnT>
                      <a:noFill/>
                    </a:lnT>
                    <a:lnB>
                      <a:noFill/>
                    </a:lnB>
                    <a:noFill/>
                  </a:tcPr>
                </a:tc>
                <a:tc>
                  <a:txBody>
                    <a:bodyPr/>
                    <a:lstStyle/>
                    <a:p>
                      <a:r>
                        <a:rPr lang="en-IN" sz="1800"/>
                        <a:t>3, 5, 7, 9, 11</a:t>
                      </a:r>
                    </a:p>
                  </a:txBody>
                  <a:tcPr marL="90653" marR="90653" marT="45326" marB="45326" anchor="ctr">
                    <a:lnL>
                      <a:noFill/>
                    </a:lnL>
                    <a:lnR>
                      <a:noFill/>
                    </a:lnR>
                    <a:lnT>
                      <a:noFill/>
                    </a:lnT>
                    <a:lnB>
                      <a:noFill/>
                    </a:lnB>
                    <a:noFill/>
                  </a:tcPr>
                </a:tc>
                <a:extLst>
                  <a:ext uri="{0D108BD9-81ED-4DB2-BD59-A6C34878D82A}">
                    <a16:rowId xmlns:a16="http://schemas.microsoft.com/office/drawing/2014/main" val="3941401650"/>
                  </a:ext>
                </a:extLst>
              </a:tr>
              <a:tr h="395547">
                <a:tc>
                  <a:txBody>
                    <a:bodyPr/>
                    <a:lstStyle/>
                    <a:p>
                      <a:r>
                        <a:rPr lang="en-IN" sz="1800" b="1" dirty="0"/>
                        <a:t>2 (p2)</a:t>
                      </a:r>
                      <a:endParaRPr lang="en-IN" sz="1800" dirty="0"/>
                    </a:p>
                  </a:txBody>
                  <a:tcPr marL="90653" marR="90653" marT="45326" marB="45326" anchor="ctr">
                    <a:lnL>
                      <a:noFill/>
                    </a:lnL>
                    <a:lnR>
                      <a:noFill/>
                    </a:lnR>
                    <a:lnT>
                      <a:noFill/>
                    </a:lnT>
                    <a:lnB>
                      <a:noFill/>
                    </a:lnB>
                    <a:noFill/>
                  </a:tcPr>
                </a:tc>
                <a:tc>
                  <a:txBody>
                    <a:bodyPr/>
                    <a:lstStyle/>
                    <a:p>
                      <a:r>
                        <a:rPr lang="en-IN" sz="1800" dirty="0"/>
                        <a:t>Parity</a:t>
                      </a:r>
                    </a:p>
                  </a:txBody>
                  <a:tcPr marL="90653" marR="90653" marT="45326" marB="45326" anchor="ctr">
                    <a:lnL>
                      <a:noFill/>
                    </a:lnL>
                    <a:lnR>
                      <a:noFill/>
                    </a:lnR>
                    <a:lnT>
                      <a:noFill/>
                    </a:lnT>
                    <a:lnB>
                      <a:noFill/>
                    </a:lnB>
                    <a:noFill/>
                  </a:tcPr>
                </a:tc>
                <a:tc>
                  <a:txBody>
                    <a:bodyPr/>
                    <a:lstStyle/>
                    <a:p>
                      <a:r>
                        <a:rPr lang="en-IN" sz="1800"/>
                        <a:t>3, 6, 7, 10, 11</a:t>
                      </a:r>
                    </a:p>
                  </a:txBody>
                  <a:tcPr marL="90653" marR="90653" marT="45326" marB="45326" anchor="ctr">
                    <a:lnL>
                      <a:noFill/>
                    </a:lnL>
                    <a:lnR>
                      <a:noFill/>
                    </a:lnR>
                    <a:lnT>
                      <a:noFill/>
                    </a:lnT>
                    <a:lnB>
                      <a:noFill/>
                    </a:lnB>
                    <a:noFill/>
                  </a:tcPr>
                </a:tc>
                <a:extLst>
                  <a:ext uri="{0D108BD9-81ED-4DB2-BD59-A6C34878D82A}">
                    <a16:rowId xmlns:a16="http://schemas.microsoft.com/office/drawing/2014/main" val="3837979406"/>
                  </a:ext>
                </a:extLst>
              </a:tr>
              <a:tr h="395547">
                <a:tc>
                  <a:txBody>
                    <a:bodyPr/>
                    <a:lstStyle/>
                    <a:p>
                      <a:r>
                        <a:rPr lang="en-IN" sz="1800" b="1" dirty="0"/>
                        <a:t>3 (m1) – 1+2</a:t>
                      </a:r>
                      <a:endParaRPr lang="en-IN" sz="1800" dirty="0"/>
                    </a:p>
                  </a:txBody>
                  <a:tcPr marL="90653" marR="90653" marT="45326" marB="45326" anchor="ctr">
                    <a:lnL>
                      <a:noFill/>
                    </a:lnL>
                    <a:lnR>
                      <a:noFill/>
                    </a:lnR>
                    <a:lnT>
                      <a:noFill/>
                    </a:lnT>
                    <a:lnB>
                      <a:noFill/>
                    </a:lnB>
                    <a:noFill/>
                  </a:tcPr>
                </a:tc>
                <a:tc>
                  <a:txBody>
                    <a:bodyPr/>
                    <a:lstStyle/>
                    <a:p>
                      <a:r>
                        <a:rPr lang="en-IN" sz="1800" dirty="0"/>
                        <a:t>Message</a:t>
                      </a:r>
                    </a:p>
                  </a:txBody>
                  <a:tcPr marL="90653" marR="90653" marT="45326" marB="45326" anchor="ctr">
                    <a:lnL>
                      <a:noFill/>
                    </a:lnL>
                    <a:lnR>
                      <a:noFill/>
                    </a:lnR>
                    <a:lnT>
                      <a:noFill/>
                    </a:lnT>
                    <a:lnB>
                      <a:noFill/>
                    </a:lnB>
                    <a:noFill/>
                  </a:tcPr>
                </a:tc>
                <a:tc>
                  <a:txBody>
                    <a:bodyPr/>
                    <a:lstStyle/>
                    <a:p>
                      <a:r>
                        <a:rPr lang="en-IN" sz="1800"/>
                        <a:t>-</a:t>
                      </a:r>
                    </a:p>
                  </a:txBody>
                  <a:tcPr marL="90653" marR="90653" marT="45326" marB="45326" anchor="ctr">
                    <a:lnL>
                      <a:noFill/>
                    </a:lnL>
                    <a:lnR>
                      <a:noFill/>
                    </a:lnR>
                    <a:lnT>
                      <a:noFill/>
                    </a:lnT>
                    <a:lnB>
                      <a:noFill/>
                    </a:lnB>
                    <a:noFill/>
                  </a:tcPr>
                </a:tc>
                <a:extLst>
                  <a:ext uri="{0D108BD9-81ED-4DB2-BD59-A6C34878D82A}">
                    <a16:rowId xmlns:a16="http://schemas.microsoft.com/office/drawing/2014/main" val="1092010562"/>
                  </a:ext>
                </a:extLst>
              </a:tr>
              <a:tr h="395547">
                <a:tc>
                  <a:txBody>
                    <a:bodyPr/>
                    <a:lstStyle/>
                    <a:p>
                      <a:r>
                        <a:rPr lang="en-IN" sz="1800" b="1" dirty="0"/>
                        <a:t>4 (p4)  </a:t>
                      </a:r>
                      <a:endParaRPr lang="en-IN" sz="1800" dirty="0"/>
                    </a:p>
                  </a:txBody>
                  <a:tcPr marL="90653" marR="90653" marT="45326" marB="45326" anchor="ctr">
                    <a:lnL>
                      <a:noFill/>
                    </a:lnL>
                    <a:lnR>
                      <a:noFill/>
                    </a:lnR>
                    <a:lnT>
                      <a:noFill/>
                    </a:lnT>
                    <a:lnB>
                      <a:noFill/>
                    </a:lnB>
                    <a:noFill/>
                  </a:tcPr>
                </a:tc>
                <a:tc>
                  <a:txBody>
                    <a:bodyPr/>
                    <a:lstStyle/>
                    <a:p>
                      <a:r>
                        <a:rPr lang="en-IN" sz="1800"/>
                        <a:t>Parity</a:t>
                      </a:r>
                    </a:p>
                  </a:txBody>
                  <a:tcPr marL="90653" marR="90653" marT="45326" marB="45326" anchor="ctr">
                    <a:lnL>
                      <a:noFill/>
                    </a:lnL>
                    <a:lnR>
                      <a:noFill/>
                    </a:lnR>
                    <a:lnT>
                      <a:noFill/>
                    </a:lnT>
                    <a:lnB>
                      <a:noFill/>
                    </a:lnB>
                    <a:noFill/>
                  </a:tcPr>
                </a:tc>
                <a:tc>
                  <a:txBody>
                    <a:bodyPr/>
                    <a:lstStyle/>
                    <a:p>
                      <a:r>
                        <a:rPr lang="en-IN" sz="1800"/>
                        <a:t>5, 6, 7</a:t>
                      </a:r>
                    </a:p>
                  </a:txBody>
                  <a:tcPr marL="90653" marR="90653" marT="45326" marB="45326" anchor="ctr">
                    <a:lnL>
                      <a:noFill/>
                    </a:lnL>
                    <a:lnR>
                      <a:noFill/>
                    </a:lnR>
                    <a:lnT>
                      <a:noFill/>
                    </a:lnT>
                    <a:lnB>
                      <a:noFill/>
                    </a:lnB>
                    <a:noFill/>
                  </a:tcPr>
                </a:tc>
                <a:extLst>
                  <a:ext uri="{0D108BD9-81ED-4DB2-BD59-A6C34878D82A}">
                    <a16:rowId xmlns:a16="http://schemas.microsoft.com/office/drawing/2014/main" val="400036982"/>
                  </a:ext>
                </a:extLst>
              </a:tr>
              <a:tr h="395547">
                <a:tc>
                  <a:txBody>
                    <a:bodyPr/>
                    <a:lstStyle/>
                    <a:p>
                      <a:r>
                        <a:rPr lang="en-IN" sz="1800" b="1" dirty="0"/>
                        <a:t>5 (m2) – 1+4</a:t>
                      </a:r>
                      <a:endParaRPr lang="en-IN" sz="1800" dirty="0"/>
                    </a:p>
                  </a:txBody>
                  <a:tcPr marL="90653" marR="90653" marT="45326" marB="45326" anchor="ctr">
                    <a:lnL>
                      <a:noFill/>
                    </a:lnL>
                    <a:lnR>
                      <a:noFill/>
                    </a:lnR>
                    <a:lnT>
                      <a:noFill/>
                    </a:lnT>
                    <a:lnB>
                      <a:noFill/>
                    </a:lnB>
                    <a:noFill/>
                  </a:tcPr>
                </a:tc>
                <a:tc>
                  <a:txBody>
                    <a:bodyPr/>
                    <a:lstStyle/>
                    <a:p>
                      <a:r>
                        <a:rPr lang="en-IN" sz="1800" dirty="0"/>
                        <a:t>Message</a:t>
                      </a:r>
                    </a:p>
                  </a:txBody>
                  <a:tcPr marL="90653" marR="90653" marT="45326" marB="45326" anchor="ctr">
                    <a:lnL>
                      <a:noFill/>
                    </a:lnL>
                    <a:lnR>
                      <a:noFill/>
                    </a:lnR>
                    <a:lnT>
                      <a:noFill/>
                    </a:lnT>
                    <a:lnB>
                      <a:noFill/>
                    </a:lnB>
                    <a:noFill/>
                  </a:tcPr>
                </a:tc>
                <a:tc>
                  <a:txBody>
                    <a:bodyPr/>
                    <a:lstStyle/>
                    <a:p>
                      <a:r>
                        <a:rPr lang="en-IN" sz="1800"/>
                        <a:t>-</a:t>
                      </a:r>
                    </a:p>
                  </a:txBody>
                  <a:tcPr marL="90653" marR="90653" marT="45326" marB="45326" anchor="ctr">
                    <a:lnL>
                      <a:noFill/>
                    </a:lnL>
                    <a:lnR>
                      <a:noFill/>
                    </a:lnR>
                    <a:lnT>
                      <a:noFill/>
                    </a:lnT>
                    <a:lnB>
                      <a:noFill/>
                    </a:lnB>
                    <a:noFill/>
                  </a:tcPr>
                </a:tc>
                <a:extLst>
                  <a:ext uri="{0D108BD9-81ED-4DB2-BD59-A6C34878D82A}">
                    <a16:rowId xmlns:a16="http://schemas.microsoft.com/office/drawing/2014/main" val="284314329"/>
                  </a:ext>
                </a:extLst>
              </a:tr>
              <a:tr h="395547">
                <a:tc>
                  <a:txBody>
                    <a:bodyPr/>
                    <a:lstStyle/>
                    <a:p>
                      <a:r>
                        <a:rPr lang="en-IN" sz="1800" b="1" dirty="0"/>
                        <a:t>6 (m3) – 2+4</a:t>
                      </a:r>
                      <a:endParaRPr lang="en-IN" sz="1800" dirty="0"/>
                    </a:p>
                  </a:txBody>
                  <a:tcPr marL="90653" marR="90653" marT="45326" marB="45326" anchor="ctr">
                    <a:lnL>
                      <a:noFill/>
                    </a:lnL>
                    <a:lnR>
                      <a:noFill/>
                    </a:lnR>
                    <a:lnT>
                      <a:noFill/>
                    </a:lnT>
                    <a:lnB>
                      <a:noFill/>
                    </a:lnB>
                    <a:noFill/>
                  </a:tcPr>
                </a:tc>
                <a:tc>
                  <a:txBody>
                    <a:bodyPr/>
                    <a:lstStyle/>
                    <a:p>
                      <a:r>
                        <a:rPr lang="en-IN" sz="1800" dirty="0"/>
                        <a:t>Message</a:t>
                      </a:r>
                    </a:p>
                  </a:txBody>
                  <a:tcPr marL="90653" marR="90653" marT="45326" marB="45326" anchor="ctr">
                    <a:lnL>
                      <a:noFill/>
                    </a:lnL>
                    <a:lnR>
                      <a:noFill/>
                    </a:lnR>
                    <a:lnT>
                      <a:noFill/>
                    </a:lnT>
                    <a:lnB>
                      <a:noFill/>
                    </a:lnB>
                    <a:noFill/>
                  </a:tcPr>
                </a:tc>
                <a:tc>
                  <a:txBody>
                    <a:bodyPr/>
                    <a:lstStyle/>
                    <a:p>
                      <a:r>
                        <a:rPr lang="en-IN" sz="1800"/>
                        <a:t>-</a:t>
                      </a:r>
                    </a:p>
                  </a:txBody>
                  <a:tcPr marL="90653" marR="90653" marT="45326" marB="45326" anchor="ctr">
                    <a:lnL>
                      <a:noFill/>
                    </a:lnL>
                    <a:lnR>
                      <a:noFill/>
                    </a:lnR>
                    <a:lnT>
                      <a:noFill/>
                    </a:lnT>
                    <a:lnB>
                      <a:noFill/>
                    </a:lnB>
                    <a:noFill/>
                  </a:tcPr>
                </a:tc>
                <a:extLst>
                  <a:ext uri="{0D108BD9-81ED-4DB2-BD59-A6C34878D82A}">
                    <a16:rowId xmlns:a16="http://schemas.microsoft.com/office/drawing/2014/main" val="3823778820"/>
                  </a:ext>
                </a:extLst>
              </a:tr>
              <a:tr h="395547">
                <a:tc>
                  <a:txBody>
                    <a:bodyPr/>
                    <a:lstStyle/>
                    <a:p>
                      <a:r>
                        <a:rPr lang="en-IN" sz="1800" b="1" dirty="0"/>
                        <a:t>7 (m4) – 1+2+4 </a:t>
                      </a:r>
                      <a:endParaRPr lang="en-IN" sz="1800" dirty="0"/>
                    </a:p>
                  </a:txBody>
                  <a:tcPr marL="90653" marR="90653" marT="45326" marB="45326" anchor="ctr">
                    <a:lnL>
                      <a:noFill/>
                    </a:lnL>
                    <a:lnR>
                      <a:noFill/>
                    </a:lnR>
                    <a:lnT>
                      <a:noFill/>
                    </a:lnT>
                    <a:lnB>
                      <a:noFill/>
                    </a:lnB>
                    <a:noFill/>
                  </a:tcPr>
                </a:tc>
                <a:tc>
                  <a:txBody>
                    <a:bodyPr/>
                    <a:lstStyle/>
                    <a:p>
                      <a:r>
                        <a:rPr lang="en-IN" sz="1800" dirty="0"/>
                        <a:t>Message</a:t>
                      </a:r>
                    </a:p>
                  </a:txBody>
                  <a:tcPr marL="90653" marR="90653" marT="45326" marB="45326" anchor="ctr">
                    <a:lnL>
                      <a:noFill/>
                    </a:lnL>
                    <a:lnR>
                      <a:noFill/>
                    </a:lnR>
                    <a:lnT>
                      <a:noFill/>
                    </a:lnT>
                    <a:lnB>
                      <a:noFill/>
                    </a:lnB>
                    <a:noFill/>
                  </a:tcPr>
                </a:tc>
                <a:tc>
                  <a:txBody>
                    <a:bodyPr/>
                    <a:lstStyle/>
                    <a:p>
                      <a:r>
                        <a:rPr lang="en-IN" sz="1800"/>
                        <a:t>-</a:t>
                      </a:r>
                    </a:p>
                  </a:txBody>
                  <a:tcPr marL="90653" marR="90653" marT="45326" marB="45326" anchor="ctr">
                    <a:lnL>
                      <a:noFill/>
                    </a:lnL>
                    <a:lnR>
                      <a:noFill/>
                    </a:lnR>
                    <a:lnT>
                      <a:noFill/>
                    </a:lnT>
                    <a:lnB>
                      <a:noFill/>
                    </a:lnB>
                    <a:noFill/>
                  </a:tcPr>
                </a:tc>
                <a:extLst>
                  <a:ext uri="{0D108BD9-81ED-4DB2-BD59-A6C34878D82A}">
                    <a16:rowId xmlns:a16="http://schemas.microsoft.com/office/drawing/2014/main" val="869299157"/>
                  </a:ext>
                </a:extLst>
              </a:tr>
              <a:tr h="395547">
                <a:tc>
                  <a:txBody>
                    <a:bodyPr/>
                    <a:lstStyle/>
                    <a:p>
                      <a:r>
                        <a:rPr lang="en-IN" sz="1800" b="1" dirty="0"/>
                        <a:t>8 (p8)</a:t>
                      </a:r>
                      <a:endParaRPr lang="en-IN" sz="1800" dirty="0"/>
                    </a:p>
                  </a:txBody>
                  <a:tcPr marL="90653" marR="90653" marT="45326" marB="45326" anchor="ctr">
                    <a:lnL>
                      <a:noFill/>
                    </a:lnL>
                    <a:lnR>
                      <a:noFill/>
                    </a:lnR>
                    <a:lnT>
                      <a:noFill/>
                    </a:lnT>
                    <a:lnB>
                      <a:noFill/>
                    </a:lnB>
                    <a:noFill/>
                  </a:tcPr>
                </a:tc>
                <a:tc>
                  <a:txBody>
                    <a:bodyPr/>
                    <a:lstStyle/>
                    <a:p>
                      <a:r>
                        <a:rPr lang="en-IN" sz="1800"/>
                        <a:t>Parity</a:t>
                      </a:r>
                    </a:p>
                  </a:txBody>
                  <a:tcPr marL="90653" marR="90653" marT="45326" marB="45326" anchor="ctr">
                    <a:lnL>
                      <a:noFill/>
                    </a:lnL>
                    <a:lnR>
                      <a:noFill/>
                    </a:lnR>
                    <a:lnT>
                      <a:noFill/>
                    </a:lnT>
                    <a:lnB>
                      <a:noFill/>
                    </a:lnB>
                    <a:noFill/>
                  </a:tcPr>
                </a:tc>
                <a:tc>
                  <a:txBody>
                    <a:bodyPr/>
                    <a:lstStyle/>
                    <a:p>
                      <a:r>
                        <a:rPr lang="en-IN" sz="1800"/>
                        <a:t>9, 10, 11</a:t>
                      </a:r>
                    </a:p>
                  </a:txBody>
                  <a:tcPr marL="90653" marR="90653" marT="45326" marB="45326" anchor="ctr">
                    <a:lnL>
                      <a:noFill/>
                    </a:lnL>
                    <a:lnR>
                      <a:noFill/>
                    </a:lnR>
                    <a:lnT>
                      <a:noFill/>
                    </a:lnT>
                    <a:lnB>
                      <a:noFill/>
                    </a:lnB>
                    <a:noFill/>
                  </a:tcPr>
                </a:tc>
                <a:extLst>
                  <a:ext uri="{0D108BD9-81ED-4DB2-BD59-A6C34878D82A}">
                    <a16:rowId xmlns:a16="http://schemas.microsoft.com/office/drawing/2014/main" val="3855671887"/>
                  </a:ext>
                </a:extLst>
              </a:tr>
              <a:tr h="395547">
                <a:tc>
                  <a:txBody>
                    <a:bodyPr/>
                    <a:lstStyle/>
                    <a:p>
                      <a:r>
                        <a:rPr lang="en-IN" sz="1800" b="1" dirty="0"/>
                        <a:t>9 (m5) – 1+8</a:t>
                      </a:r>
                      <a:endParaRPr lang="en-IN" sz="1800" dirty="0"/>
                    </a:p>
                  </a:txBody>
                  <a:tcPr marL="90653" marR="90653" marT="45326" marB="45326" anchor="ctr">
                    <a:lnL>
                      <a:noFill/>
                    </a:lnL>
                    <a:lnR>
                      <a:noFill/>
                    </a:lnR>
                    <a:lnT>
                      <a:noFill/>
                    </a:lnT>
                    <a:lnB>
                      <a:noFill/>
                    </a:lnB>
                    <a:noFill/>
                  </a:tcPr>
                </a:tc>
                <a:tc>
                  <a:txBody>
                    <a:bodyPr/>
                    <a:lstStyle/>
                    <a:p>
                      <a:r>
                        <a:rPr lang="en-IN" sz="1800"/>
                        <a:t>Message</a:t>
                      </a:r>
                    </a:p>
                  </a:txBody>
                  <a:tcPr marL="90653" marR="90653" marT="45326" marB="45326" anchor="ctr">
                    <a:lnL>
                      <a:noFill/>
                    </a:lnL>
                    <a:lnR>
                      <a:noFill/>
                    </a:lnR>
                    <a:lnT>
                      <a:noFill/>
                    </a:lnT>
                    <a:lnB>
                      <a:noFill/>
                    </a:lnB>
                    <a:noFill/>
                  </a:tcPr>
                </a:tc>
                <a:tc>
                  <a:txBody>
                    <a:bodyPr/>
                    <a:lstStyle/>
                    <a:p>
                      <a:r>
                        <a:rPr lang="en-IN" sz="1800"/>
                        <a:t>-</a:t>
                      </a:r>
                    </a:p>
                  </a:txBody>
                  <a:tcPr marL="90653" marR="90653" marT="45326" marB="45326" anchor="ctr">
                    <a:lnL>
                      <a:noFill/>
                    </a:lnL>
                    <a:lnR>
                      <a:noFill/>
                    </a:lnR>
                    <a:lnT>
                      <a:noFill/>
                    </a:lnT>
                    <a:lnB>
                      <a:noFill/>
                    </a:lnB>
                    <a:noFill/>
                  </a:tcPr>
                </a:tc>
                <a:extLst>
                  <a:ext uri="{0D108BD9-81ED-4DB2-BD59-A6C34878D82A}">
                    <a16:rowId xmlns:a16="http://schemas.microsoft.com/office/drawing/2014/main" val="1554866157"/>
                  </a:ext>
                </a:extLst>
              </a:tr>
              <a:tr h="395547">
                <a:tc>
                  <a:txBody>
                    <a:bodyPr/>
                    <a:lstStyle/>
                    <a:p>
                      <a:r>
                        <a:rPr lang="en-IN" sz="1800" b="1" dirty="0"/>
                        <a:t>10 (m6) – 2+8</a:t>
                      </a:r>
                      <a:endParaRPr lang="en-IN" sz="1800" dirty="0"/>
                    </a:p>
                  </a:txBody>
                  <a:tcPr marL="90653" marR="90653" marT="45326" marB="45326" anchor="ctr">
                    <a:lnL>
                      <a:noFill/>
                    </a:lnL>
                    <a:lnR>
                      <a:noFill/>
                    </a:lnR>
                    <a:lnT>
                      <a:noFill/>
                    </a:lnT>
                    <a:lnB>
                      <a:noFill/>
                    </a:lnB>
                    <a:noFill/>
                  </a:tcPr>
                </a:tc>
                <a:tc>
                  <a:txBody>
                    <a:bodyPr/>
                    <a:lstStyle/>
                    <a:p>
                      <a:r>
                        <a:rPr lang="en-IN" sz="1800"/>
                        <a:t>Message</a:t>
                      </a:r>
                    </a:p>
                  </a:txBody>
                  <a:tcPr marL="90653" marR="90653" marT="45326" marB="45326" anchor="ctr">
                    <a:lnL>
                      <a:noFill/>
                    </a:lnL>
                    <a:lnR>
                      <a:noFill/>
                    </a:lnR>
                    <a:lnT>
                      <a:noFill/>
                    </a:lnT>
                    <a:lnB>
                      <a:noFill/>
                    </a:lnB>
                    <a:noFill/>
                  </a:tcPr>
                </a:tc>
                <a:tc>
                  <a:txBody>
                    <a:bodyPr/>
                    <a:lstStyle/>
                    <a:p>
                      <a:r>
                        <a:rPr lang="en-IN" sz="1800"/>
                        <a:t>-</a:t>
                      </a:r>
                    </a:p>
                  </a:txBody>
                  <a:tcPr marL="90653" marR="90653" marT="45326" marB="45326" anchor="ctr">
                    <a:lnL>
                      <a:noFill/>
                    </a:lnL>
                    <a:lnR>
                      <a:noFill/>
                    </a:lnR>
                    <a:lnT>
                      <a:noFill/>
                    </a:lnT>
                    <a:lnB>
                      <a:noFill/>
                    </a:lnB>
                    <a:noFill/>
                  </a:tcPr>
                </a:tc>
                <a:extLst>
                  <a:ext uri="{0D108BD9-81ED-4DB2-BD59-A6C34878D82A}">
                    <a16:rowId xmlns:a16="http://schemas.microsoft.com/office/drawing/2014/main" val="2184529951"/>
                  </a:ext>
                </a:extLst>
              </a:tr>
              <a:tr h="395547">
                <a:tc>
                  <a:txBody>
                    <a:bodyPr/>
                    <a:lstStyle/>
                    <a:p>
                      <a:r>
                        <a:rPr lang="en-IN" sz="1800" b="1" dirty="0"/>
                        <a:t>11 (m7) – 1+ 2 + 8</a:t>
                      </a:r>
                      <a:endParaRPr lang="en-IN" sz="1800" dirty="0"/>
                    </a:p>
                  </a:txBody>
                  <a:tcPr marL="90653" marR="90653" marT="45326" marB="45326" anchor="ctr">
                    <a:lnL>
                      <a:noFill/>
                    </a:lnL>
                    <a:lnR>
                      <a:noFill/>
                    </a:lnR>
                    <a:lnT>
                      <a:noFill/>
                    </a:lnT>
                    <a:lnB>
                      <a:noFill/>
                    </a:lnB>
                    <a:noFill/>
                  </a:tcPr>
                </a:tc>
                <a:tc>
                  <a:txBody>
                    <a:bodyPr/>
                    <a:lstStyle/>
                    <a:p>
                      <a:r>
                        <a:rPr lang="en-IN" sz="1800"/>
                        <a:t>Message</a:t>
                      </a:r>
                    </a:p>
                  </a:txBody>
                  <a:tcPr marL="90653" marR="90653" marT="45326" marB="45326" anchor="ctr">
                    <a:lnL>
                      <a:noFill/>
                    </a:lnL>
                    <a:lnR>
                      <a:noFill/>
                    </a:lnR>
                    <a:lnT>
                      <a:noFill/>
                    </a:lnT>
                    <a:lnB>
                      <a:noFill/>
                    </a:lnB>
                    <a:noFill/>
                  </a:tcPr>
                </a:tc>
                <a:tc>
                  <a:txBody>
                    <a:bodyPr/>
                    <a:lstStyle/>
                    <a:p>
                      <a:r>
                        <a:rPr lang="en-IN" sz="1800" dirty="0"/>
                        <a:t>-</a:t>
                      </a:r>
                    </a:p>
                  </a:txBody>
                  <a:tcPr marL="90653" marR="90653" marT="45326" marB="45326" anchor="ctr">
                    <a:lnL>
                      <a:noFill/>
                    </a:lnL>
                    <a:lnR>
                      <a:noFill/>
                    </a:lnR>
                    <a:lnT>
                      <a:noFill/>
                    </a:lnT>
                    <a:lnB>
                      <a:noFill/>
                    </a:lnB>
                    <a:noFill/>
                  </a:tcPr>
                </a:tc>
                <a:extLst>
                  <a:ext uri="{0D108BD9-81ED-4DB2-BD59-A6C34878D82A}">
                    <a16:rowId xmlns:a16="http://schemas.microsoft.com/office/drawing/2014/main" val="2338654508"/>
                  </a:ext>
                </a:extLst>
              </a:tr>
            </a:tbl>
          </a:graphicData>
        </a:graphic>
      </p:graphicFrame>
      <p:sp>
        <p:nvSpPr>
          <p:cNvPr id="5" name="Rectangle 1">
            <a:extLst>
              <a:ext uri="{FF2B5EF4-FFF2-40B4-BE49-F238E27FC236}">
                <a16:creationId xmlns:a16="http://schemas.microsoft.com/office/drawing/2014/main" id="{CE69F477-A952-604A-6B13-59D541837F00}"/>
              </a:ext>
            </a:extLst>
          </p:cNvPr>
          <p:cNvSpPr>
            <a:spLocks noChangeArrowheads="1"/>
          </p:cNvSpPr>
          <p:nvPr/>
        </p:nvSpPr>
        <p:spPr bwMode="auto">
          <a:xfrm>
            <a:off x="1310958" y="1665373"/>
            <a:ext cx="184731"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405414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CFB87-4D4A-B55C-3CC6-DC6A66A1B1AD}"/>
              </a:ext>
            </a:extLst>
          </p:cNvPr>
          <p:cNvSpPr>
            <a:spLocks noGrp="1"/>
          </p:cNvSpPr>
          <p:nvPr>
            <p:ph type="title"/>
          </p:nvPr>
        </p:nvSpPr>
        <p:spPr/>
        <p:txBody>
          <a:bodyPr/>
          <a:lstStyle/>
          <a:p>
            <a:r>
              <a:rPr lang="en-IN" dirty="0"/>
              <a:t>General Error Correction Strategy</a:t>
            </a:r>
          </a:p>
        </p:txBody>
      </p:sp>
      <p:sp>
        <p:nvSpPr>
          <p:cNvPr id="3" name="Content Placeholder 2">
            <a:extLst>
              <a:ext uri="{FF2B5EF4-FFF2-40B4-BE49-F238E27FC236}">
                <a16:creationId xmlns:a16="http://schemas.microsoft.com/office/drawing/2014/main" id="{014139D4-949F-C2C4-9F70-597D0B68650D}"/>
              </a:ext>
            </a:extLst>
          </p:cNvPr>
          <p:cNvSpPr>
            <a:spLocks noGrp="1"/>
          </p:cNvSpPr>
          <p:nvPr>
            <p:ph idx="1"/>
          </p:nvPr>
        </p:nvSpPr>
        <p:spPr>
          <a:xfrm>
            <a:off x="838200" y="1410626"/>
            <a:ext cx="10515600" cy="4351338"/>
          </a:xfrm>
        </p:spPr>
        <p:txBody>
          <a:bodyPr/>
          <a:lstStyle/>
          <a:p>
            <a:r>
              <a:rPr lang="en-IN" dirty="0"/>
              <a:t>Code must satisfy the inequality:</a:t>
            </a:r>
          </a:p>
          <a:p>
            <a:pPr lvl="1"/>
            <a:r>
              <a:rPr lang="en-IN" dirty="0"/>
              <a:t>(𝑚+𝑟+1)≤2</a:t>
            </a:r>
            <a:r>
              <a:rPr lang="en-IN" baseline="30000" dirty="0"/>
              <a:t>𝑟</a:t>
            </a:r>
          </a:p>
          <a:p>
            <a:r>
              <a:rPr lang="en-IN" dirty="0"/>
              <a:t>This determines the minimum number of check bits needed for single-error correction.</a:t>
            </a:r>
          </a:p>
          <a:p>
            <a:r>
              <a:rPr lang="en-IN" dirty="0" err="1"/>
              <a:t>Tradeoff</a:t>
            </a:r>
            <a:r>
              <a:rPr lang="en-IN" dirty="0"/>
              <a:t>: More redundancy (lower code rate) allows better error correction.</a:t>
            </a:r>
          </a:p>
        </p:txBody>
      </p:sp>
    </p:spTree>
    <p:extLst>
      <p:ext uri="{BB962C8B-B14F-4D97-AF65-F5344CB8AC3E}">
        <p14:creationId xmlns:p14="http://schemas.microsoft.com/office/powerpoint/2010/main" val="4756632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C17BE-FD4E-8FDB-4A4E-D9AE38ACC1F0}"/>
              </a:ext>
            </a:extLst>
          </p:cNvPr>
          <p:cNvSpPr>
            <a:spLocks noGrp="1"/>
          </p:cNvSpPr>
          <p:nvPr>
            <p:ph type="title"/>
          </p:nvPr>
        </p:nvSpPr>
        <p:spPr>
          <a:xfrm>
            <a:off x="838200" y="92963"/>
            <a:ext cx="10515600" cy="1325563"/>
          </a:xfrm>
        </p:spPr>
        <p:txBody>
          <a:bodyPr/>
          <a:lstStyle/>
          <a:p>
            <a:r>
              <a:rPr lang="en-IN" dirty="0"/>
              <a:t>Convolutional code</a:t>
            </a:r>
          </a:p>
        </p:txBody>
      </p:sp>
      <p:sp>
        <p:nvSpPr>
          <p:cNvPr id="3" name="Content Placeholder 2">
            <a:extLst>
              <a:ext uri="{FF2B5EF4-FFF2-40B4-BE49-F238E27FC236}">
                <a16:creationId xmlns:a16="http://schemas.microsoft.com/office/drawing/2014/main" id="{79E55B9F-7E10-27CA-5DAA-62D45C8BA98A}"/>
              </a:ext>
            </a:extLst>
          </p:cNvPr>
          <p:cNvSpPr>
            <a:spLocks noGrp="1"/>
          </p:cNvSpPr>
          <p:nvPr>
            <p:ph idx="1"/>
          </p:nvPr>
        </p:nvSpPr>
        <p:spPr>
          <a:xfrm>
            <a:off x="838200" y="1089342"/>
            <a:ext cx="10515600" cy="4351338"/>
          </a:xfrm>
        </p:spPr>
        <p:txBody>
          <a:bodyPr/>
          <a:lstStyle/>
          <a:p>
            <a:r>
              <a:rPr lang="en-US" dirty="0"/>
              <a:t>Unlike block codes, which encode fixed-size blocks of bits, convolutional codes encode a continuous stream of bits. </a:t>
            </a:r>
          </a:p>
          <a:p>
            <a:r>
              <a:rPr lang="en-US" dirty="0"/>
              <a:t>The encoding process depends not just on the current bit but also on a few previous bits (this is called the constraint length). </a:t>
            </a:r>
          </a:p>
          <a:p>
            <a:r>
              <a:rPr lang="en-US" dirty="0"/>
              <a:t>The encoder has memory and generates output based on a combination of past and current bits.</a:t>
            </a:r>
            <a:endParaRPr lang="en-IN" dirty="0"/>
          </a:p>
        </p:txBody>
      </p:sp>
      <p:pic>
        <p:nvPicPr>
          <p:cNvPr id="5" name="Picture 4">
            <a:extLst>
              <a:ext uri="{FF2B5EF4-FFF2-40B4-BE49-F238E27FC236}">
                <a16:creationId xmlns:a16="http://schemas.microsoft.com/office/drawing/2014/main" id="{37C625CA-424B-47E7-24F0-DAE455EDB2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5494" y="3689659"/>
            <a:ext cx="7661012" cy="2670305"/>
          </a:xfrm>
          <a:prstGeom prst="rect">
            <a:avLst/>
          </a:prstGeom>
        </p:spPr>
      </p:pic>
      <p:sp>
        <p:nvSpPr>
          <p:cNvPr id="7" name="TextBox 6">
            <a:extLst>
              <a:ext uri="{FF2B5EF4-FFF2-40B4-BE49-F238E27FC236}">
                <a16:creationId xmlns:a16="http://schemas.microsoft.com/office/drawing/2014/main" id="{E5966656-8528-2344-FE24-8B0486185A3F}"/>
              </a:ext>
            </a:extLst>
          </p:cNvPr>
          <p:cNvSpPr txBox="1"/>
          <p:nvPr/>
        </p:nvSpPr>
        <p:spPr>
          <a:xfrm>
            <a:off x="3218688" y="6175298"/>
            <a:ext cx="7010400" cy="369332"/>
          </a:xfrm>
          <a:prstGeom prst="rect">
            <a:avLst/>
          </a:prstGeom>
          <a:noFill/>
        </p:spPr>
        <p:txBody>
          <a:bodyPr wrap="square">
            <a:spAutoFit/>
          </a:bodyPr>
          <a:lstStyle/>
          <a:p>
            <a:r>
              <a:rPr lang="en-US" b="1" dirty="0"/>
              <a:t>Figure 3-7. </a:t>
            </a:r>
            <a:r>
              <a:rPr lang="en-US" dirty="0"/>
              <a:t>The NASA binary convolutional code used in 802.11</a:t>
            </a:r>
            <a:endParaRPr lang="en-IN" dirty="0"/>
          </a:p>
        </p:txBody>
      </p:sp>
    </p:spTree>
    <p:extLst>
      <p:ext uri="{BB962C8B-B14F-4D97-AF65-F5344CB8AC3E}">
        <p14:creationId xmlns:p14="http://schemas.microsoft.com/office/powerpoint/2010/main" val="35697474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61ACB-834D-34DA-35AC-9834850F2066}"/>
              </a:ext>
            </a:extLst>
          </p:cNvPr>
          <p:cNvSpPr>
            <a:spLocks noGrp="1"/>
          </p:cNvSpPr>
          <p:nvPr>
            <p:ph type="title"/>
          </p:nvPr>
        </p:nvSpPr>
        <p:spPr/>
        <p:txBody>
          <a:bodyPr/>
          <a:lstStyle/>
          <a:p>
            <a:r>
              <a:rPr lang="en-IN" dirty="0"/>
              <a:t>NASA Convolutional Code (Rate = 1/2, Constraint Length = 7)</a:t>
            </a:r>
          </a:p>
        </p:txBody>
      </p:sp>
      <p:sp>
        <p:nvSpPr>
          <p:cNvPr id="3" name="Content Placeholder 2">
            <a:extLst>
              <a:ext uri="{FF2B5EF4-FFF2-40B4-BE49-F238E27FC236}">
                <a16:creationId xmlns:a16="http://schemas.microsoft.com/office/drawing/2014/main" id="{4834340F-CEA3-3D3A-53F1-905B46E7A2E8}"/>
              </a:ext>
            </a:extLst>
          </p:cNvPr>
          <p:cNvSpPr>
            <a:spLocks noGrp="1"/>
          </p:cNvSpPr>
          <p:nvPr>
            <p:ph idx="1"/>
          </p:nvPr>
        </p:nvSpPr>
        <p:spPr/>
        <p:txBody>
          <a:bodyPr/>
          <a:lstStyle/>
          <a:p>
            <a:r>
              <a:rPr lang="en-US" dirty="0"/>
              <a:t>The NASA Convolutional Code is a widely used error-correcting code with:</a:t>
            </a:r>
          </a:p>
          <a:p>
            <a:pPr lvl="1"/>
            <a:r>
              <a:rPr lang="en-US" dirty="0"/>
              <a:t>Rate (r) = 1/2 → Each input bit produces two output bits</a:t>
            </a:r>
          </a:p>
          <a:p>
            <a:pPr lvl="1"/>
            <a:r>
              <a:rPr lang="en-US" dirty="0"/>
              <a:t>Constraint Length (k) = 7 → The encoder uses the current bit and the past 6 bits to generate output</a:t>
            </a:r>
          </a:p>
          <a:p>
            <a:r>
              <a:rPr lang="en-US" dirty="0"/>
              <a:t>Encoding Process</a:t>
            </a:r>
          </a:p>
          <a:p>
            <a:pPr lvl="1"/>
            <a:r>
              <a:rPr lang="en-US" b="1" dirty="0"/>
              <a:t>Shift Register:</a:t>
            </a:r>
          </a:p>
          <a:p>
            <a:pPr lvl="2"/>
            <a:r>
              <a:rPr lang="en-US" sz="2400" dirty="0"/>
              <a:t>The encoder has a </a:t>
            </a:r>
            <a:r>
              <a:rPr lang="en-US" sz="2400" b="1" dirty="0"/>
              <a:t>7-bit shift register</a:t>
            </a:r>
            <a:r>
              <a:rPr lang="en-US" sz="2400" dirty="0"/>
              <a:t> that stores the current and past 6 bits.</a:t>
            </a:r>
          </a:p>
          <a:p>
            <a:pPr lvl="2"/>
            <a:r>
              <a:rPr lang="en-US" sz="2400" dirty="0"/>
              <a:t>Two </a:t>
            </a:r>
            <a:r>
              <a:rPr lang="en-US" sz="2400" b="1" dirty="0"/>
              <a:t>generator polynomials</a:t>
            </a:r>
            <a:r>
              <a:rPr lang="en-US" sz="2400" dirty="0"/>
              <a:t> determine the output.</a:t>
            </a:r>
          </a:p>
          <a:p>
            <a:pPr lvl="1"/>
            <a:endParaRPr lang="en-IN" dirty="0"/>
          </a:p>
        </p:txBody>
      </p:sp>
    </p:spTree>
    <p:extLst>
      <p:ext uri="{BB962C8B-B14F-4D97-AF65-F5344CB8AC3E}">
        <p14:creationId xmlns:p14="http://schemas.microsoft.com/office/powerpoint/2010/main" val="40351180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BCBED-5697-C49B-9CC9-DE722E98F8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C5FBC-74C7-8CC3-F757-E6F76D40C3D5}"/>
              </a:ext>
            </a:extLst>
          </p:cNvPr>
          <p:cNvSpPr>
            <a:spLocks noGrp="1"/>
          </p:cNvSpPr>
          <p:nvPr>
            <p:ph type="title"/>
          </p:nvPr>
        </p:nvSpPr>
        <p:spPr/>
        <p:txBody>
          <a:bodyPr/>
          <a:lstStyle/>
          <a:p>
            <a:r>
              <a:rPr lang="en-IN" dirty="0"/>
              <a:t>NASA Convolutional Code (Rate = 1/2, Constraint Length = 7)</a:t>
            </a:r>
          </a:p>
        </p:txBody>
      </p:sp>
      <p:sp>
        <p:nvSpPr>
          <p:cNvPr id="3" name="Content Placeholder 2">
            <a:extLst>
              <a:ext uri="{FF2B5EF4-FFF2-40B4-BE49-F238E27FC236}">
                <a16:creationId xmlns:a16="http://schemas.microsoft.com/office/drawing/2014/main" id="{61DBD020-A6EC-EF16-E7B3-3D5470445E25}"/>
              </a:ext>
            </a:extLst>
          </p:cNvPr>
          <p:cNvSpPr>
            <a:spLocks noGrp="1"/>
          </p:cNvSpPr>
          <p:nvPr>
            <p:ph idx="1"/>
          </p:nvPr>
        </p:nvSpPr>
        <p:spPr>
          <a:xfrm>
            <a:off x="907026" y="1575911"/>
            <a:ext cx="10515600" cy="4351338"/>
          </a:xfrm>
        </p:spPr>
        <p:txBody>
          <a:bodyPr/>
          <a:lstStyle/>
          <a:p>
            <a:r>
              <a:rPr lang="en-US" dirty="0"/>
              <a:t>Generator Polynomials:</a:t>
            </a:r>
          </a:p>
          <a:p>
            <a:pPr lvl="1"/>
            <a:r>
              <a:rPr lang="en-US" dirty="0"/>
              <a:t>NASA's constraint length 7 code uses:</a:t>
            </a:r>
          </a:p>
          <a:p>
            <a:pPr lvl="2"/>
            <a:r>
              <a:rPr lang="en-US" dirty="0"/>
              <a:t>G1 = 1111001 (Octal: 133)</a:t>
            </a:r>
          </a:p>
          <a:p>
            <a:pPr lvl="2"/>
            <a:r>
              <a:rPr lang="en-US" dirty="0"/>
              <a:t>G2 = 1011011 (Octal: 171)</a:t>
            </a:r>
          </a:p>
          <a:p>
            <a:pPr lvl="1"/>
            <a:r>
              <a:rPr lang="en-US" dirty="0"/>
              <a:t>These define how each bit contributes to the two output bits.</a:t>
            </a:r>
            <a:endParaRPr lang="en-IN" dirty="0"/>
          </a:p>
        </p:txBody>
      </p:sp>
      <p:graphicFrame>
        <p:nvGraphicFramePr>
          <p:cNvPr id="4" name="Table 3">
            <a:extLst>
              <a:ext uri="{FF2B5EF4-FFF2-40B4-BE49-F238E27FC236}">
                <a16:creationId xmlns:a16="http://schemas.microsoft.com/office/drawing/2014/main" id="{FDBF5DA7-7A3F-B5A7-CEC6-FEF635E8B721}"/>
              </a:ext>
            </a:extLst>
          </p:cNvPr>
          <p:cNvGraphicFramePr>
            <a:graphicFrameLocks noGrp="1"/>
          </p:cNvGraphicFramePr>
          <p:nvPr>
            <p:extLst>
              <p:ext uri="{D42A27DB-BD31-4B8C-83A1-F6EECF244321}">
                <p14:modId xmlns:p14="http://schemas.microsoft.com/office/powerpoint/2010/main" val="3187029359"/>
              </p:ext>
            </p:extLst>
          </p:nvPr>
        </p:nvGraphicFramePr>
        <p:xfrm>
          <a:off x="1182329" y="3559255"/>
          <a:ext cx="10515600" cy="2560320"/>
        </p:xfrm>
        <a:graphic>
          <a:graphicData uri="http://schemas.openxmlformats.org/drawingml/2006/table">
            <a:tbl>
              <a:tblPr/>
              <a:tblGrid>
                <a:gridCol w="3505200">
                  <a:extLst>
                    <a:ext uri="{9D8B030D-6E8A-4147-A177-3AD203B41FA5}">
                      <a16:colId xmlns:a16="http://schemas.microsoft.com/office/drawing/2014/main" val="2639672308"/>
                    </a:ext>
                  </a:extLst>
                </a:gridCol>
                <a:gridCol w="3505200">
                  <a:extLst>
                    <a:ext uri="{9D8B030D-6E8A-4147-A177-3AD203B41FA5}">
                      <a16:colId xmlns:a16="http://schemas.microsoft.com/office/drawing/2014/main" val="1106047836"/>
                    </a:ext>
                  </a:extLst>
                </a:gridCol>
                <a:gridCol w="3505200">
                  <a:extLst>
                    <a:ext uri="{9D8B030D-6E8A-4147-A177-3AD203B41FA5}">
                      <a16:colId xmlns:a16="http://schemas.microsoft.com/office/drawing/2014/main" val="516321303"/>
                    </a:ext>
                  </a:extLst>
                </a:gridCol>
              </a:tblGrid>
              <a:tr h="0">
                <a:tc>
                  <a:txBody>
                    <a:bodyPr/>
                    <a:lstStyle/>
                    <a:p>
                      <a:r>
                        <a:rPr lang="en-IN"/>
                        <a:t>Input Bit</a:t>
                      </a:r>
                    </a:p>
                  </a:txBody>
                  <a:tcPr anchor="ctr">
                    <a:lnL>
                      <a:noFill/>
                    </a:lnL>
                    <a:lnR>
                      <a:noFill/>
                    </a:lnR>
                    <a:lnT>
                      <a:noFill/>
                    </a:lnT>
                    <a:lnB>
                      <a:noFill/>
                    </a:lnB>
                    <a:noFill/>
                  </a:tcPr>
                </a:tc>
                <a:tc>
                  <a:txBody>
                    <a:bodyPr/>
                    <a:lstStyle/>
                    <a:p>
                      <a:r>
                        <a:rPr lang="en-IN"/>
                        <a:t>Shift Register (7 Bits)</a:t>
                      </a:r>
                    </a:p>
                  </a:txBody>
                  <a:tcPr anchor="ctr">
                    <a:lnL>
                      <a:noFill/>
                    </a:lnL>
                    <a:lnR>
                      <a:noFill/>
                    </a:lnR>
                    <a:lnT>
                      <a:noFill/>
                    </a:lnT>
                    <a:lnB>
                      <a:noFill/>
                    </a:lnB>
                    <a:noFill/>
                  </a:tcPr>
                </a:tc>
                <a:tc>
                  <a:txBody>
                    <a:bodyPr/>
                    <a:lstStyle/>
                    <a:p>
                      <a:r>
                        <a:rPr lang="en-IN"/>
                        <a:t>Output (G1, G2)</a:t>
                      </a:r>
                    </a:p>
                  </a:txBody>
                  <a:tcPr anchor="ctr">
                    <a:lnL>
                      <a:noFill/>
                    </a:lnL>
                    <a:lnR>
                      <a:noFill/>
                    </a:lnR>
                    <a:lnT>
                      <a:noFill/>
                    </a:lnT>
                    <a:lnB>
                      <a:noFill/>
                    </a:lnB>
                    <a:noFill/>
                  </a:tcPr>
                </a:tc>
                <a:extLst>
                  <a:ext uri="{0D108BD9-81ED-4DB2-BD59-A6C34878D82A}">
                    <a16:rowId xmlns:a16="http://schemas.microsoft.com/office/drawing/2014/main" val="2233929858"/>
                  </a:ext>
                </a:extLst>
              </a:tr>
              <a:tr h="0">
                <a:tc>
                  <a:txBody>
                    <a:bodyPr/>
                    <a:lstStyle/>
                    <a:p>
                      <a:r>
                        <a:rPr lang="en-IN" b="1"/>
                        <a:t>1</a:t>
                      </a:r>
                      <a:endParaRPr lang="en-IN"/>
                    </a:p>
                  </a:txBody>
                  <a:tcPr anchor="ctr">
                    <a:lnL>
                      <a:noFill/>
                    </a:lnL>
                    <a:lnR>
                      <a:noFill/>
                    </a:lnR>
                    <a:lnT>
                      <a:noFill/>
                    </a:lnT>
                    <a:lnB>
                      <a:noFill/>
                    </a:lnB>
                    <a:noFill/>
                  </a:tcPr>
                </a:tc>
                <a:tc>
                  <a:txBody>
                    <a:bodyPr/>
                    <a:lstStyle/>
                    <a:p>
                      <a:r>
                        <a:rPr lang="en-IN"/>
                        <a:t>0000001</a:t>
                      </a:r>
                    </a:p>
                  </a:txBody>
                  <a:tcPr anchor="ctr">
                    <a:lnL>
                      <a:noFill/>
                    </a:lnL>
                    <a:lnR>
                      <a:noFill/>
                    </a:lnR>
                    <a:lnT>
                      <a:noFill/>
                    </a:lnT>
                    <a:lnB>
                      <a:noFill/>
                    </a:lnB>
                    <a:noFill/>
                  </a:tcPr>
                </a:tc>
                <a:tc>
                  <a:txBody>
                    <a:bodyPr/>
                    <a:lstStyle/>
                    <a:p>
                      <a:r>
                        <a:rPr lang="en-IN" b="1"/>
                        <a:t>(1, 1)</a:t>
                      </a:r>
                      <a:endParaRPr lang="en-IN"/>
                    </a:p>
                  </a:txBody>
                  <a:tcPr anchor="ctr">
                    <a:lnL>
                      <a:noFill/>
                    </a:lnL>
                    <a:lnR>
                      <a:noFill/>
                    </a:lnR>
                    <a:lnT>
                      <a:noFill/>
                    </a:lnT>
                    <a:lnB>
                      <a:noFill/>
                    </a:lnB>
                    <a:noFill/>
                  </a:tcPr>
                </a:tc>
                <a:extLst>
                  <a:ext uri="{0D108BD9-81ED-4DB2-BD59-A6C34878D82A}">
                    <a16:rowId xmlns:a16="http://schemas.microsoft.com/office/drawing/2014/main" val="197171406"/>
                  </a:ext>
                </a:extLst>
              </a:tr>
              <a:tr h="0">
                <a:tc>
                  <a:txBody>
                    <a:bodyPr/>
                    <a:lstStyle/>
                    <a:p>
                      <a:r>
                        <a:rPr lang="en-IN" b="1"/>
                        <a:t>0</a:t>
                      </a:r>
                      <a:endParaRPr lang="en-IN"/>
                    </a:p>
                  </a:txBody>
                  <a:tcPr anchor="ctr">
                    <a:lnL>
                      <a:noFill/>
                    </a:lnL>
                    <a:lnR>
                      <a:noFill/>
                    </a:lnR>
                    <a:lnT>
                      <a:noFill/>
                    </a:lnT>
                    <a:lnB>
                      <a:noFill/>
                    </a:lnB>
                    <a:noFill/>
                  </a:tcPr>
                </a:tc>
                <a:tc>
                  <a:txBody>
                    <a:bodyPr/>
                    <a:lstStyle/>
                    <a:p>
                      <a:r>
                        <a:rPr lang="en-IN"/>
                        <a:t>0000010</a:t>
                      </a:r>
                    </a:p>
                  </a:txBody>
                  <a:tcPr anchor="ctr">
                    <a:lnL>
                      <a:noFill/>
                    </a:lnL>
                    <a:lnR>
                      <a:noFill/>
                    </a:lnR>
                    <a:lnT>
                      <a:noFill/>
                    </a:lnT>
                    <a:lnB>
                      <a:noFill/>
                    </a:lnB>
                    <a:noFill/>
                  </a:tcPr>
                </a:tc>
                <a:tc>
                  <a:txBody>
                    <a:bodyPr/>
                    <a:lstStyle/>
                    <a:p>
                      <a:r>
                        <a:rPr lang="en-IN" b="1"/>
                        <a:t>(1, 0)</a:t>
                      </a:r>
                      <a:endParaRPr lang="en-IN"/>
                    </a:p>
                  </a:txBody>
                  <a:tcPr anchor="ctr">
                    <a:lnL>
                      <a:noFill/>
                    </a:lnL>
                    <a:lnR>
                      <a:noFill/>
                    </a:lnR>
                    <a:lnT>
                      <a:noFill/>
                    </a:lnT>
                    <a:lnB>
                      <a:noFill/>
                    </a:lnB>
                    <a:noFill/>
                  </a:tcPr>
                </a:tc>
                <a:extLst>
                  <a:ext uri="{0D108BD9-81ED-4DB2-BD59-A6C34878D82A}">
                    <a16:rowId xmlns:a16="http://schemas.microsoft.com/office/drawing/2014/main" val="2263477002"/>
                  </a:ext>
                </a:extLst>
              </a:tr>
              <a:tr h="0">
                <a:tc>
                  <a:txBody>
                    <a:bodyPr/>
                    <a:lstStyle/>
                    <a:p>
                      <a:r>
                        <a:rPr lang="en-IN" b="1"/>
                        <a:t>1</a:t>
                      </a:r>
                      <a:endParaRPr lang="en-IN"/>
                    </a:p>
                  </a:txBody>
                  <a:tcPr anchor="ctr">
                    <a:lnL>
                      <a:noFill/>
                    </a:lnL>
                    <a:lnR>
                      <a:noFill/>
                    </a:lnR>
                    <a:lnT>
                      <a:noFill/>
                    </a:lnT>
                    <a:lnB>
                      <a:noFill/>
                    </a:lnB>
                    <a:noFill/>
                  </a:tcPr>
                </a:tc>
                <a:tc>
                  <a:txBody>
                    <a:bodyPr/>
                    <a:lstStyle/>
                    <a:p>
                      <a:r>
                        <a:rPr lang="en-IN"/>
                        <a:t>0000101</a:t>
                      </a:r>
                    </a:p>
                  </a:txBody>
                  <a:tcPr anchor="ctr">
                    <a:lnL>
                      <a:noFill/>
                    </a:lnL>
                    <a:lnR>
                      <a:noFill/>
                    </a:lnR>
                    <a:lnT>
                      <a:noFill/>
                    </a:lnT>
                    <a:lnB>
                      <a:noFill/>
                    </a:lnB>
                    <a:noFill/>
                  </a:tcPr>
                </a:tc>
                <a:tc>
                  <a:txBody>
                    <a:bodyPr/>
                    <a:lstStyle/>
                    <a:p>
                      <a:r>
                        <a:rPr lang="en-IN" b="1"/>
                        <a:t>(0, 1)</a:t>
                      </a:r>
                      <a:endParaRPr lang="en-IN"/>
                    </a:p>
                  </a:txBody>
                  <a:tcPr anchor="ctr">
                    <a:lnL>
                      <a:noFill/>
                    </a:lnL>
                    <a:lnR>
                      <a:noFill/>
                    </a:lnR>
                    <a:lnT>
                      <a:noFill/>
                    </a:lnT>
                    <a:lnB>
                      <a:noFill/>
                    </a:lnB>
                    <a:noFill/>
                  </a:tcPr>
                </a:tc>
                <a:extLst>
                  <a:ext uri="{0D108BD9-81ED-4DB2-BD59-A6C34878D82A}">
                    <a16:rowId xmlns:a16="http://schemas.microsoft.com/office/drawing/2014/main" val="2717477230"/>
                  </a:ext>
                </a:extLst>
              </a:tr>
              <a:tr h="0">
                <a:tc>
                  <a:txBody>
                    <a:bodyPr/>
                    <a:lstStyle/>
                    <a:p>
                      <a:r>
                        <a:rPr lang="en-IN" b="1"/>
                        <a:t>1</a:t>
                      </a:r>
                      <a:endParaRPr lang="en-IN"/>
                    </a:p>
                  </a:txBody>
                  <a:tcPr anchor="ctr">
                    <a:lnL>
                      <a:noFill/>
                    </a:lnL>
                    <a:lnR>
                      <a:noFill/>
                    </a:lnR>
                    <a:lnT>
                      <a:noFill/>
                    </a:lnT>
                    <a:lnB>
                      <a:noFill/>
                    </a:lnB>
                    <a:noFill/>
                  </a:tcPr>
                </a:tc>
                <a:tc>
                  <a:txBody>
                    <a:bodyPr/>
                    <a:lstStyle/>
                    <a:p>
                      <a:r>
                        <a:rPr lang="en-IN"/>
                        <a:t>0001011</a:t>
                      </a:r>
                    </a:p>
                  </a:txBody>
                  <a:tcPr anchor="ctr">
                    <a:lnL>
                      <a:noFill/>
                    </a:lnL>
                    <a:lnR>
                      <a:noFill/>
                    </a:lnR>
                    <a:lnT>
                      <a:noFill/>
                    </a:lnT>
                    <a:lnB>
                      <a:noFill/>
                    </a:lnB>
                    <a:noFill/>
                  </a:tcPr>
                </a:tc>
                <a:tc>
                  <a:txBody>
                    <a:bodyPr/>
                    <a:lstStyle/>
                    <a:p>
                      <a:r>
                        <a:rPr lang="en-IN" b="1"/>
                        <a:t>(1, 1)</a:t>
                      </a:r>
                      <a:endParaRPr lang="en-IN"/>
                    </a:p>
                  </a:txBody>
                  <a:tcPr anchor="ctr">
                    <a:lnL>
                      <a:noFill/>
                    </a:lnL>
                    <a:lnR>
                      <a:noFill/>
                    </a:lnR>
                    <a:lnT>
                      <a:noFill/>
                    </a:lnT>
                    <a:lnB>
                      <a:noFill/>
                    </a:lnB>
                    <a:noFill/>
                  </a:tcPr>
                </a:tc>
                <a:extLst>
                  <a:ext uri="{0D108BD9-81ED-4DB2-BD59-A6C34878D82A}">
                    <a16:rowId xmlns:a16="http://schemas.microsoft.com/office/drawing/2014/main" val="1313823651"/>
                  </a:ext>
                </a:extLst>
              </a:tr>
              <a:tr h="0">
                <a:tc>
                  <a:txBody>
                    <a:bodyPr/>
                    <a:lstStyle/>
                    <a:p>
                      <a:r>
                        <a:rPr lang="en-IN" b="1"/>
                        <a:t>0</a:t>
                      </a:r>
                      <a:endParaRPr lang="en-IN"/>
                    </a:p>
                  </a:txBody>
                  <a:tcPr anchor="ctr">
                    <a:lnL>
                      <a:noFill/>
                    </a:lnL>
                    <a:lnR>
                      <a:noFill/>
                    </a:lnR>
                    <a:lnT>
                      <a:noFill/>
                    </a:lnT>
                    <a:lnB>
                      <a:noFill/>
                    </a:lnB>
                    <a:noFill/>
                  </a:tcPr>
                </a:tc>
                <a:tc>
                  <a:txBody>
                    <a:bodyPr/>
                    <a:lstStyle/>
                    <a:p>
                      <a:r>
                        <a:rPr lang="en-IN"/>
                        <a:t>0010110</a:t>
                      </a:r>
                    </a:p>
                  </a:txBody>
                  <a:tcPr anchor="ctr">
                    <a:lnL>
                      <a:noFill/>
                    </a:lnL>
                    <a:lnR>
                      <a:noFill/>
                    </a:lnR>
                    <a:lnT>
                      <a:noFill/>
                    </a:lnT>
                    <a:lnB>
                      <a:noFill/>
                    </a:lnB>
                    <a:noFill/>
                  </a:tcPr>
                </a:tc>
                <a:tc>
                  <a:txBody>
                    <a:bodyPr/>
                    <a:lstStyle/>
                    <a:p>
                      <a:r>
                        <a:rPr lang="en-IN" b="1"/>
                        <a:t>(1, 0)</a:t>
                      </a:r>
                      <a:endParaRPr lang="en-IN"/>
                    </a:p>
                  </a:txBody>
                  <a:tcPr anchor="ctr">
                    <a:lnL>
                      <a:noFill/>
                    </a:lnL>
                    <a:lnR>
                      <a:noFill/>
                    </a:lnR>
                    <a:lnT>
                      <a:noFill/>
                    </a:lnT>
                    <a:lnB>
                      <a:noFill/>
                    </a:lnB>
                    <a:noFill/>
                  </a:tcPr>
                </a:tc>
                <a:extLst>
                  <a:ext uri="{0D108BD9-81ED-4DB2-BD59-A6C34878D82A}">
                    <a16:rowId xmlns:a16="http://schemas.microsoft.com/office/drawing/2014/main" val="4159937710"/>
                  </a:ext>
                </a:extLst>
              </a:tr>
              <a:tr h="0">
                <a:tc>
                  <a:txBody>
                    <a:bodyPr/>
                    <a:lstStyle/>
                    <a:p>
                      <a:r>
                        <a:rPr lang="en-IN" b="1" dirty="0"/>
                        <a:t>1</a:t>
                      </a:r>
                      <a:endParaRPr lang="en-IN" dirty="0"/>
                    </a:p>
                  </a:txBody>
                  <a:tcPr anchor="ctr">
                    <a:lnL>
                      <a:noFill/>
                    </a:lnL>
                    <a:lnR>
                      <a:noFill/>
                    </a:lnR>
                    <a:lnT>
                      <a:noFill/>
                    </a:lnT>
                    <a:lnB>
                      <a:noFill/>
                    </a:lnB>
                    <a:noFill/>
                  </a:tcPr>
                </a:tc>
                <a:tc>
                  <a:txBody>
                    <a:bodyPr/>
                    <a:lstStyle/>
                    <a:p>
                      <a:r>
                        <a:rPr lang="en-IN"/>
                        <a:t>0101101</a:t>
                      </a:r>
                    </a:p>
                  </a:txBody>
                  <a:tcPr anchor="ctr">
                    <a:lnL>
                      <a:noFill/>
                    </a:lnL>
                    <a:lnR>
                      <a:noFill/>
                    </a:lnR>
                    <a:lnT>
                      <a:noFill/>
                    </a:lnT>
                    <a:lnB>
                      <a:noFill/>
                    </a:lnB>
                    <a:noFill/>
                  </a:tcPr>
                </a:tc>
                <a:tc>
                  <a:txBody>
                    <a:bodyPr/>
                    <a:lstStyle/>
                    <a:p>
                      <a:r>
                        <a:rPr lang="en-IN" b="1" dirty="0"/>
                        <a:t>(0, 1)</a:t>
                      </a:r>
                      <a:endParaRPr lang="en-IN" dirty="0"/>
                    </a:p>
                  </a:txBody>
                  <a:tcPr anchor="ctr">
                    <a:lnL>
                      <a:noFill/>
                    </a:lnL>
                    <a:lnR>
                      <a:noFill/>
                    </a:lnR>
                    <a:lnT>
                      <a:noFill/>
                    </a:lnT>
                    <a:lnB>
                      <a:noFill/>
                    </a:lnB>
                    <a:noFill/>
                  </a:tcPr>
                </a:tc>
                <a:extLst>
                  <a:ext uri="{0D108BD9-81ED-4DB2-BD59-A6C34878D82A}">
                    <a16:rowId xmlns:a16="http://schemas.microsoft.com/office/drawing/2014/main" val="1762832343"/>
                  </a:ext>
                </a:extLst>
              </a:tr>
            </a:tbl>
          </a:graphicData>
        </a:graphic>
      </p:graphicFrame>
      <p:sp>
        <p:nvSpPr>
          <p:cNvPr id="7" name="TextBox 6">
            <a:extLst>
              <a:ext uri="{FF2B5EF4-FFF2-40B4-BE49-F238E27FC236}">
                <a16:creationId xmlns:a16="http://schemas.microsoft.com/office/drawing/2014/main" id="{7E125B95-87FB-14E3-0E90-52FC1B544B7F}"/>
              </a:ext>
            </a:extLst>
          </p:cNvPr>
          <p:cNvSpPr txBox="1"/>
          <p:nvPr/>
        </p:nvSpPr>
        <p:spPr>
          <a:xfrm>
            <a:off x="1182329" y="6193913"/>
            <a:ext cx="6096000" cy="400110"/>
          </a:xfrm>
          <a:prstGeom prst="rect">
            <a:avLst/>
          </a:prstGeom>
          <a:noFill/>
        </p:spPr>
        <p:txBody>
          <a:bodyPr wrap="square">
            <a:spAutoFit/>
          </a:bodyPr>
          <a:lstStyle/>
          <a:p>
            <a:pPr eaLnBrk="0" fontAlgn="base" hangingPunct="0">
              <a:spcBef>
                <a:spcPct val="0"/>
              </a:spcBef>
              <a:spcAft>
                <a:spcPct val="0"/>
              </a:spcAft>
            </a:pPr>
            <a:r>
              <a:rPr kumimoji="0" lang="en-US" altLang="en-US" sz="2000" b="1" i="0" u="none" strike="noStrike" cap="none" normalizeH="0" baseline="0" dirty="0">
                <a:ln>
                  <a:noFill/>
                </a:ln>
                <a:solidFill>
                  <a:schemeClr val="tx1"/>
                </a:solidFill>
                <a:effectLst/>
                <a:latin typeface="Arial" panose="020B0604020202020204" pitchFamily="34" charset="0"/>
              </a:rPr>
              <a:t>Final Encoded Output: </a:t>
            </a:r>
            <a:r>
              <a:rPr kumimoji="0" lang="en-US" altLang="en-US" sz="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11 10 01 11 10 01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932166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03847-0688-745E-F658-45D0A30F2CE9}"/>
              </a:ext>
            </a:extLst>
          </p:cNvPr>
          <p:cNvSpPr>
            <a:spLocks noGrp="1"/>
          </p:cNvSpPr>
          <p:nvPr>
            <p:ph type="title"/>
          </p:nvPr>
        </p:nvSpPr>
        <p:spPr/>
        <p:txBody>
          <a:bodyPr/>
          <a:lstStyle/>
          <a:p>
            <a:r>
              <a:rPr lang="en-IN" dirty="0"/>
              <a:t>Reed-Solomon code</a:t>
            </a:r>
          </a:p>
        </p:txBody>
      </p:sp>
      <p:sp>
        <p:nvSpPr>
          <p:cNvPr id="3" name="Content Placeholder 2">
            <a:extLst>
              <a:ext uri="{FF2B5EF4-FFF2-40B4-BE49-F238E27FC236}">
                <a16:creationId xmlns:a16="http://schemas.microsoft.com/office/drawing/2014/main" id="{F24C950A-289B-5F74-4B50-9A2C1126BA63}"/>
              </a:ext>
            </a:extLst>
          </p:cNvPr>
          <p:cNvSpPr>
            <a:spLocks noGrp="1"/>
          </p:cNvSpPr>
          <p:nvPr>
            <p:ph idx="1"/>
          </p:nvPr>
        </p:nvSpPr>
        <p:spPr/>
        <p:txBody>
          <a:bodyPr>
            <a:normAutofit fontScale="92500" lnSpcReduction="10000"/>
          </a:bodyPr>
          <a:lstStyle/>
          <a:p>
            <a:r>
              <a:rPr lang="en-US" dirty="0"/>
              <a:t>Reed-Solomon (RS) codes work by treating groups of bits as symbols and using polynomials for error correction. </a:t>
            </a:r>
          </a:p>
          <a:p>
            <a:r>
              <a:rPr lang="en-US" dirty="0"/>
              <a:t>Reed-Solomon codes are linear block codes, and they are often systematic too.</a:t>
            </a:r>
          </a:p>
          <a:p>
            <a:r>
              <a:rPr lang="en-US" dirty="0"/>
              <a:t>Reed-Solomon codes are actually defined as polynomials that operate over finite fields</a:t>
            </a:r>
          </a:p>
          <a:p>
            <a:r>
              <a:rPr lang="en-US" dirty="0"/>
              <a:t>For m bit symbols, the codewords are 2m−1 symbols long. </a:t>
            </a:r>
          </a:p>
          <a:p>
            <a:r>
              <a:rPr lang="en-US" dirty="0"/>
              <a:t>A codeword is then 255 bytes long. The (255, 233) code is widely used; it adds 32 redundant symbols to 233 data symbols.</a:t>
            </a:r>
          </a:p>
          <a:p>
            <a:r>
              <a:rPr lang="en-US" dirty="0"/>
              <a:t>They are used for DSL, data over cable, satellite communications, and perhaps most ubiquitously on CDs, DVDs, and Blu-ray discs. </a:t>
            </a:r>
            <a:endParaRPr lang="en-IN" dirty="0"/>
          </a:p>
        </p:txBody>
      </p:sp>
    </p:spTree>
    <p:extLst>
      <p:ext uri="{BB962C8B-B14F-4D97-AF65-F5344CB8AC3E}">
        <p14:creationId xmlns:p14="http://schemas.microsoft.com/office/powerpoint/2010/main" val="25168681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669CB-3CBD-DC20-40CA-8F73BCD383ED}"/>
              </a:ext>
            </a:extLst>
          </p:cNvPr>
          <p:cNvSpPr>
            <a:spLocks noGrp="1"/>
          </p:cNvSpPr>
          <p:nvPr>
            <p:ph type="title"/>
          </p:nvPr>
        </p:nvSpPr>
        <p:spPr/>
        <p:txBody>
          <a:bodyPr/>
          <a:lstStyle/>
          <a:p>
            <a:r>
              <a:rPr lang="en-US" b="1" dirty="0"/>
              <a:t>Example: Correcting Errors on a Line</a:t>
            </a:r>
            <a:br>
              <a:rPr lang="en-US" b="1" dirty="0"/>
            </a:br>
            <a:endParaRPr lang="en-IN" dirty="0"/>
          </a:p>
        </p:txBody>
      </p:sp>
      <p:sp>
        <p:nvSpPr>
          <p:cNvPr id="3" name="Content Placeholder 2">
            <a:extLst>
              <a:ext uri="{FF2B5EF4-FFF2-40B4-BE49-F238E27FC236}">
                <a16:creationId xmlns:a16="http://schemas.microsoft.com/office/drawing/2014/main" id="{EB21E2B3-F030-9346-F9E6-3622E1EA11A8}"/>
              </a:ext>
            </a:extLst>
          </p:cNvPr>
          <p:cNvSpPr>
            <a:spLocks noGrp="1"/>
          </p:cNvSpPr>
          <p:nvPr>
            <p:ph idx="1"/>
          </p:nvPr>
        </p:nvSpPr>
        <p:spPr/>
        <p:txBody>
          <a:bodyPr/>
          <a:lstStyle/>
          <a:p>
            <a:pPr>
              <a:buNone/>
            </a:pPr>
            <a:r>
              <a:rPr lang="en-US" dirty="0"/>
              <a:t>Suppose we want to send </a:t>
            </a:r>
            <a:r>
              <a:rPr lang="en-US" b="1" dirty="0"/>
              <a:t>two data points</a:t>
            </a:r>
            <a:r>
              <a:rPr lang="en-US" dirty="0"/>
              <a:t> that lie on a straight line:</a:t>
            </a:r>
          </a:p>
          <a:p>
            <a:pPr>
              <a:buFont typeface="Arial" panose="020B0604020202020204" pitchFamily="34" charset="0"/>
              <a:buChar char="•"/>
            </a:pPr>
            <a:r>
              <a:rPr lang="en-US" dirty="0"/>
              <a:t>Data Points: (1,3) and (2,5)</a:t>
            </a:r>
          </a:p>
          <a:p>
            <a:pPr>
              <a:buFont typeface="Arial" panose="020B0604020202020204" pitchFamily="34" charset="0"/>
              <a:buChar char="•"/>
            </a:pPr>
            <a:r>
              <a:rPr lang="en-US" dirty="0"/>
              <a:t>The equation of the line: </a:t>
            </a:r>
            <a:r>
              <a:rPr lang="en-US" b="1" dirty="0"/>
              <a:t>y = 2x + 1</a:t>
            </a:r>
            <a:endParaRPr lang="en-US" dirty="0"/>
          </a:p>
          <a:p>
            <a:pPr>
              <a:buFont typeface="Arial" panose="020B0604020202020204" pitchFamily="34" charset="0"/>
              <a:buChar char="•"/>
            </a:pPr>
            <a:r>
              <a:rPr lang="en-US" dirty="0"/>
              <a:t>We add </a:t>
            </a:r>
            <a:r>
              <a:rPr lang="en-US" b="1" dirty="0"/>
              <a:t>two extra points</a:t>
            </a:r>
            <a:r>
              <a:rPr lang="en-US" dirty="0"/>
              <a:t> for error correction: (3,7) and (4,9)</a:t>
            </a:r>
          </a:p>
          <a:p>
            <a:pPr>
              <a:buNone/>
            </a:pPr>
            <a:r>
              <a:rPr lang="en-US" dirty="0"/>
              <a:t>So, we send </a:t>
            </a:r>
            <a:r>
              <a:rPr lang="en-US" b="1" dirty="0"/>
              <a:t>(1,3), (2,5), (3,7), (4,9)</a:t>
            </a:r>
            <a:r>
              <a:rPr lang="en-US" dirty="0"/>
              <a:t>.</a:t>
            </a:r>
          </a:p>
          <a:p>
            <a:r>
              <a:rPr lang="en-US" dirty="0"/>
              <a:t>Now, suppose the receiver gets:</a:t>
            </a:r>
            <a:br>
              <a:rPr lang="en-US" dirty="0"/>
            </a:br>
            <a:r>
              <a:rPr lang="en-US" b="1" dirty="0"/>
              <a:t>(1,3), (2,5), (3,8), (4,9)</a:t>
            </a:r>
            <a:r>
              <a:rPr lang="en-US" dirty="0"/>
              <a:t> → The third point is wrong!</a:t>
            </a:r>
          </a:p>
          <a:p>
            <a:endParaRPr lang="en-IN" dirty="0"/>
          </a:p>
        </p:txBody>
      </p:sp>
    </p:spTree>
    <p:extLst>
      <p:ext uri="{BB962C8B-B14F-4D97-AF65-F5344CB8AC3E}">
        <p14:creationId xmlns:p14="http://schemas.microsoft.com/office/powerpoint/2010/main" val="33563404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6766B-B26B-4EE9-0ED7-936E21A0674A}"/>
              </a:ext>
            </a:extLst>
          </p:cNvPr>
          <p:cNvSpPr>
            <a:spLocks noGrp="1"/>
          </p:cNvSpPr>
          <p:nvPr>
            <p:ph type="title"/>
          </p:nvPr>
        </p:nvSpPr>
        <p:spPr/>
        <p:txBody>
          <a:bodyPr/>
          <a:lstStyle/>
          <a:p>
            <a:r>
              <a:rPr lang="en-IN" dirty="0"/>
              <a:t>LDPC (Low-Density Parity Check) </a:t>
            </a:r>
          </a:p>
        </p:txBody>
      </p:sp>
      <p:sp>
        <p:nvSpPr>
          <p:cNvPr id="3" name="Content Placeholder 2">
            <a:extLst>
              <a:ext uri="{FF2B5EF4-FFF2-40B4-BE49-F238E27FC236}">
                <a16:creationId xmlns:a16="http://schemas.microsoft.com/office/drawing/2014/main" id="{32AA7107-D582-6961-E946-7A7B61728310}"/>
              </a:ext>
            </a:extLst>
          </p:cNvPr>
          <p:cNvSpPr>
            <a:spLocks noGrp="1"/>
          </p:cNvSpPr>
          <p:nvPr>
            <p:ph idx="1"/>
          </p:nvPr>
        </p:nvSpPr>
        <p:spPr/>
        <p:txBody>
          <a:bodyPr/>
          <a:lstStyle/>
          <a:p>
            <a:r>
              <a:rPr lang="en-US" dirty="0"/>
              <a:t>LDPC codes are linear block codes designed for efficient error correction. </a:t>
            </a:r>
          </a:p>
          <a:p>
            <a:r>
              <a:rPr lang="en-US" dirty="0"/>
              <a:t>Unlike Hamming or Reed-Solomon codes, they are sparse in structure, making them practical for large block sizes.</a:t>
            </a:r>
          </a:p>
          <a:p>
            <a:r>
              <a:rPr lang="en-US" dirty="0"/>
              <a:t>Part of the standard for digital video broadcasting, 10 Gbps Ethernet, power-line networks, and the latest version of 802.11.</a:t>
            </a:r>
            <a:endParaRPr lang="en-IN" dirty="0"/>
          </a:p>
        </p:txBody>
      </p:sp>
    </p:spTree>
    <p:extLst>
      <p:ext uri="{BB962C8B-B14F-4D97-AF65-F5344CB8AC3E}">
        <p14:creationId xmlns:p14="http://schemas.microsoft.com/office/powerpoint/2010/main" val="17066073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614CE-D979-AF02-D36C-EB7FBE415B08}"/>
              </a:ext>
            </a:extLst>
          </p:cNvPr>
          <p:cNvSpPr>
            <a:spLocks noGrp="1"/>
          </p:cNvSpPr>
          <p:nvPr>
            <p:ph type="title"/>
          </p:nvPr>
        </p:nvSpPr>
        <p:spPr/>
        <p:txBody>
          <a:bodyPr/>
          <a:lstStyle/>
          <a:p>
            <a:r>
              <a:rPr lang="en-IN" dirty="0"/>
              <a:t>Key Features of LDPC</a:t>
            </a:r>
          </a:p>
        </p:txBody>
      </p:sp>
      <p:sp>
        <p:nvSpPr>
          <p:cNvPr id="3" name="Content Placeholder 2">
            <a:extLst>
              <a:ext uri="{FF2B5EF4-FFF2-40B4-BE49-F238E27FC236}">
                <a16:creationId xmlns:a16="http://schemas.microsoft.com/office/drawing/2014/main" id="{E2E26AB6-23A9-7878-7DBF-CC04712BCDC6}"/>
              </a:ext>
            </a:extLst>
          </p:cNvPr>
          <p:cNvSpPr>
            <a:spLocks noGrp="1"/>
          </p:cNvSpPr>
          <p:nvPr>
            <p:ph idx="1"/>
          </p:nvPr>
        </p:nvSpPr>
        <p:spPr/>
        <p:txBody>
          <a:bodyPr>
            <a:normAutofit fontScale="92500" lnSpcReduction="10000"/>
          </a:bodyPr>
          <a:lstStyle/>
          <a:p>
            <a:r>
              <a:rPr lang="en-US" dirty="0"/>
              <a:t>Sparse Parity-Check Matrix</a:t>
            </a:r>
          </a:p>
          <a:p>
            <a:pPr lvl="1"/>
            <a:r>
              <a:rPr lang="en-US" dirty="0"/>
              <a:t>LDPC codes are represented using a parity-check matrix with mostly 0s and a few 1s.</a:t>
            </a:r>
          </a:p>
          <a:p>
            <a:pPr lvl="1"/>
            <a:r>
              <a:rPr lang="en-US" dirty="0"/>
              <a:t>This makes encoding and decoding computationally efficient.</a:t>
            </a:r>
          </a:p>
          <a:p>
            <a:r>
              <a:rPr lang="en-US" dirty="0"/>
              <a:t>Iterative Decoding Algorithm</a:t>
            </a:r>
          </a:p>
          <a:p>
            <a:pPr lvl="1"/>
            <a:r>
              <a:rPr lang="en-US" dirty="0"/>
              <a:t>Errors are corrected using an approximation algorithm that iteratively refines the received data to match the closest legal codeword.</a:t>
            </a:r>
          </a:p>
          <a:p>
            <a:pPr lvl="1"/>
            <a:r>
              <a:rPr lang="en-US" dirty="0"/>
              <a:t>This process is called belief propagation or message passing.</a:t>
            </a:r>
          </a:p>
          <a:p>
            <a:r>
              <a:rPr lang="en-US" dirty="0"/>
              <a:t>Superior Error-Correction Performance</a:t>
            </a:r>
          </a:p>
          <a:p>
            <a:pPr lvl="1"/>
            <a:r>
              <a:rPr lang="en-US" dirty="0"/>
              <a:t>LDPC codes outperform many traditional codes, especially for large block sizes.</a:t>
            </a:r>
          </a:p>
          <a:p>
            <a:pPr lvl="1"/>
            <a:r>
              <a:rPr lang="en-US" dirty="0"/>
              <a:t>They work well in low signal-to-noise ratio (SNR) environments, making them ideal for communication systems.</a:t>
            </a:r>
            <a:endParaRPr lang="en-IN" dirty="0"/>
          </a:p>
        </p:txBody>
      </p:sp>
    </p:spTree>
    <p:extLst>
      <p:ext uri="{BB962C8B-B14F-4D97-AF65-F5344CB8AC3E}">
        <p14:creationId xmlns:p14="http://schemas.microsoft.com/office/powerpoint/2010/main" val="39802101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B5A5C-4718-E1B0-85BC-68C3E8E945D6}"/>
              </a:ext>
            </a:extLst>
          </p:cNvPr>
          <p:cNvSpPr>
            <a:spLocks noGrp="1"/>
          </p:cNvSpPr>
          <p:nvPr>
            <p:ph type="title"/>
          </p:nvPr>
        </p:nvSpPr>
        <p:spPr/>
        <p:txBody>
          <a:bodyPr/>
          <a:lstStyle/>
          <a:p>
            <a:r>
              <a:rPr lang="en-US" b="1" dirty="0"/>
              <a:t>Example: LDPC Parity-Check Matrix</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CCC8BA4-A25A-9F92-1807-A93444BE5BEB}"/>
                  </a:ext>
                </a:extLst>
              </p:cNvPr>
              <p:cNvSpPr>
                <a:spLocks noGrp="1"/>
              </p:cNvSpPr>
              <p:nvPr>
                <p:ph idx="1"/>
              </p:nvPr>
            </p:nvSpPr>
            <p:spPr/>
            <p:txBody>
              <a:bodyPr>
                <a:normAutofit fontScale="92500" lnSpcReduction="10000"/>
              </a:bodyPr>
              <a:lstStyle/>
              <a:p>
                <a:pPr>
                  <a:buNone/>
                </a:pPr>
                <a:r>
                  <a:rPr lang="en-US" dirty="0"/>
                  <a:t>A simple (7,4) LDPC code (7 bits, 4 data bits) might have a parity-check matrix like this:</a:t>
                </a:r>
              </a:p>
              <a:p>
                <a:pPr>
                  <a:buNone/>
                </a:pPr>
                <a:endParaRPr lang="en-US" dirty="0"/>
              </a:p>
              <a:p>
                <a:pPr algn="ctr">
                  <a:buFont typeface="Arial" panose="020B0604020202020204" pitchFamily="34" charset="0"/>
                  <a:buChar char="•"/>
                </a:pPr>
                <a:r>
                  <a:rPr lang="en-US" i="1" dirty="0"/>
                  <a:t>H</a:t>
                </a:r>
                <a:r>
                  <a:rPr lang="en-US" dirty="0"/>
                  <a:t>=</a:t>
                </a:r>
                <a14:m>
                  <m:oMath xmlns:m="http://schemas.openxmlformats.org/officeDocument/2006/math">
                    <m:d>
                      <m:dPr>
                        <m:begChr m:val="["/>
                        <m:endChr m:val="]"/>
                        <m:ctrlPr>
                          <a:rPr lang="en-US" i="1" smtClean="0">
                            <a:latin typeface="Cambria Math" panose="02040503050406030204" pitchFamily="18" charset="0"/>
                          </a:rPr>
                        </m:ctrlPr>
                      </m:dPr>
                      <m:e>
                        <m:m>
                          <m:mPr>
                            <m:mcs>
                              <m:mc>
                                <m:mcPr>
                                  <m:count m:val="2"/>
                                  <m:mcJc m:val="center"/>
                                </m:mcPr>
                              </m:mc>
                            </m:mcs>
                            <m:ctrlPr>
                              <a:rPr lang="en-US" i="1" smtClean="0">
                                <a:latin typeface="Cambria Math" panose="02040503050406030204" pitchFamily="18" charset="0"/>
                              </a:rPr>
                            </m:ctrlPr>
                          </m:mPr>
                          <m:mr>
                            <m:e>
                              <m:m>
                                <m:mPr>
                                  <m:mcs>
                                    <m:mc>
                                      <m:mcPr>
                                        <m:count m:val="3"/>
                                        <m:mcJc m:val="center"/>
                                      </m:mcPr>
                                    </m:mc>
                                  </m:mcs>
                                  <m:ctrlPr>
                                    <a:rPr lang="en-US" i="1" smtClean="0">
                                      <a:latin typeface="Cambria Math" panose="02040503050406030204" pitchFamily="18" charset="0"/>
                                    </a:rPr>
                                  </m:ctrlPr>
                                </m:mPr>
                                <m:mr>
                                  <m:e>
                                    <m:r>
                                      <m:rPr>
                                        <m:brk m:alnAt="7"/>
                                      </m:rPr>
                                      <a:rPr lang="en-IN" b="0" i="1" smtClean="0">
                                        <a:latin typeface="Cambria Math" panose="02040503050406030204" pitchFamily="18" charset="0"/>
                                      </a:rPr>
                                      <m:t>1</m:t>
                                    </m:r>
                                  </m:e>
                                  <m:e>
                                    <m:r>
                                      <a:rPr lang="en-IN" b="0" i="1" smtClean="0">
                                        <a:latin typeface="Cambria Math" panose="02040503050406030204" pitchFamily="18" charset="0"/>
                                      </a:rPr>
                                      <m:t>0</m:t>
                                    </m:r>
                                  </m:e>
                                  <m:e>
                                    <m:r>
                                      <a:rPr lang="en-IN" b="0" i="1" smtClean="0">
                                        <a:latin typeface="Cambria Math" panose="02040503050406030204" pitchFamily="18" charset="0"/>
                                      </a:rPr>
                                      <m:t>1</m:t>
                                    </m:r>
                                  </m:e>
                                </m:mr>
                                <m:mr>
                                  <m:e>
                                    <m:r>
                                      <a:rPr lang="en-IN" b="0" i="1" smtClean="0">
                                        <a:latin typeface="Cambria Math" panose="02040503050406030204" pitchFamily="18" charset="0"/>
                                      </a:rPr>
                                      <m:t>0</m:t>
                                    </m:r>
                                  </m:e>
                                  <m:e>
                                    <m:r>
                                      <a:rPr lang="en-IN" b="0" i="1" smtClean="0">
                                        <a:latin typeface="Cambria Math" panose="02040503050406030204" pitchFamily="18" charset="0"/>
                                      </a:rPr>
                                      <m:t>1</m:t>
                                    </m:r>
                                  </m:e>
                                  <m:e>
                                    <m:r>
                                      <a:rPr lang="en-IN" b="0" i="1" smtClean="0">
                                        <a:latin typeface="Cambria Math" panose="02040503050406030204" pitchFamily="18" charset="0"/>
                                      </a:rPr>
                                      <m:t>1</m:t>
                                    </m:r>
                                  </m:e>
                                </m:mr>
                                <m:mr>
                                  <m:e>
                                    <m:r>
                                      <a:rPr lang="en-IN" b="0" i="1" smtClean="0">
                                        <a:latin typeface="Cambria Math" panose="02040503050406030204" pitchFamily="18" charset="0"/>
                                      </a:rPr>
                                      <m:t>1</m:t>
                                    </m:r>
                                  </m:e>
                                  <m:e>
                                    <m:r>
                                      <a:rPr lang="en-IN" b="0" i="1" smtClean="0">
                                        <a:latin typeface="Cambria Math" panose="02040503050406030204" pitchFamily="18" charset="0"/>
                                      </a:rPr>
                                      <m:t>1</m:t>
                                    </m:r>
                                  </m:e>
                                  <m:e>
                                    <m:r>
                                      <a:rPr lang="en-IN" b="0" i="1" smtClean="0">
                                        <a:latin typeface="Cambria Math" panose="02040503050406030204" pitchFamily="18" charset="0"/>
                                      </a:rPr>
                                      <m:t>0</m:t>
                                    </m:r>
                                  </m:e>
                                </m:mr>
                              </m:m>
                            </m:e>
                            <m:e>
                              <m:m>
                                <m:mPr>
                                  <m:mcs>
                                    <m:mc>
                                      <m:mcPr>
                                        <m:count m:val="3"/>
                                        <m:mcJc m:val="center"/>
                                      </m:mcPr>
                                    </m:mc>
                                  </m:mcs>
                                  <m:ctrlPr>
                                    <a:rPr lang="en-US" i="1" smtClean="0">
                                      <a:latin typeface="Cambria Math" panose="02040503050406030204" pitchFamily="18" charset="0"/>
                                    </a:rPr>
                                  </m:ctrlPr>
                                </m:mPr>
                                <m:mr>
                                  <m:e>
                                    <m:r>
                                      <m:rPr>
                                        <m:brk m:alnAt="7"/>
                                      </m:rPr>
                                      <a:rPr lang="en-IN" b="0" i="1" smtClean="0">
                                        <a:latin typeface="Cambria Math" panose="02040503050406030204" pitchFamily="18" charset="0"/>
                                      </a:rPr>
                                      <m:t>1</m:t>
                                    </m:r>
                                  </m:e>
                                  <m:e>
                                    <m:r>
                                      <a:rPr lang="en-IN" b="0" i="1" smtClean="0">
                                        <a:latin typeface="Cambria Math" panose="02040503050406030204" pitchFamily="18" charset="0"/>
                                      </a:rPr>
                                      <m:t>0</m:t>
                                    </m:r>
                                  </m:e>
                                  <m:e>
                                    <m:m>
                                      <m:mPr>
                                        <m:mcs>
                                          <m:mc>
                                            <m:mcPr>
                                              <m:count m:val="2"/>
                                              <m:mcJc m:val="center"/>
                                            </m:mcPr>
                                          </m:mc>
                                        </m:mcs>
                                        <m:ctrlPr>
                                          <a:rPr lang="en-US" i="1" smtClean="0">
                                            <a:latin typeface="Cambria Math" panose="02040503050406030204" pitchFamily="18" charset="0"/>
                                          </a:rPr>
                                        </m:ctrlPr>
                                      </m:mPr>
                                      <m:mr>
                                        <m:e>
                                          <m:r>
                                            <m:rPr>
                                              <m:brk m:alnAt="7"/>
                                            </m:rPr>
                                            <a:rPr lang="en-IN" b="0" i="1" smtClean="0">
                                              <a:latin typeface="Cambria Math" panose="02040503050406030204" pitchFamily="18" charset="0"/>
                                            </a:rPr>
                                            <m:t>0</m:t>
                                          </m:r>
                                        </m:e>
                                        <m:e>
                                          <m:r>
                                            <a:rPr lang="en-IN" b="0" i="1" smtClean="0">
                                              <a:latin typeface="Cambria Math" panose="02040503050406030204" pitchFamily="18" charset="0"/>
                                            </a:rPr>
                                            <m:t>0</m:t>
                                          </m:r>
                                        </m:e>
                                      </m:mr>
                                    </m:m>
                                  </m:e>
                                </m:mr>
                                <m:mr>
                                  <m:e>
                                    <m:r>
                                      <a:rPr lang="en-IN" b="0" i="1" smtClean="0">
                                        <a:latin typeface="Cambria Math" panose="02040503050406030204" pitchFamily="18" charset="0"/>
                                      </a:rPr>
                                      <m:t>0</m:t>
                                    </m:r>
                                  </m:e>
                                  <m:e>
                                    <m:r>
                                      <a:rPr lang="en-IN" b="0" i="1" smtClean="0">
                                        <a:latin typeface="Cambria Math" panose="02040503050406030204" pitchFamily="18" charset="0"/>
                                      </a:rPr>
                                      <m:t>1</m:t>
                                    </m:r>
                                  </m:e>
                                  <m:e>
                                    <m:m>
                                      <m:mPr>
                                        <m:mcs>
                                          <m:mc>
                                            <m:mcPr>
                                              <m:count m:val="2"/>
                                              <m:mcJc m:val="center"/>
                                            </m:mcPr>
                                          </m:mc>
                                        </m:mcs>
                                        <m:ctrlPr>
                                          <a:rPr lang="en-US" i="1" smtClean="0">
                                            <a:latin typeface="Cambria Math" panose="02040503050406030204" pitchFamily="18" charset="0"/>
                                          </a:rPr>
                                        </m:ctrlPr>
                                      </m:mPr>
                                      <m:mr>
                                        <m:e>
                                          <m:r>
                                            <m:rPr>
                                              <m:brk m:alnAt="7"/>
                                            </m:rPr>
                                            <a:rPr lang="en-IN" b="0" i="1" smtClean="0">
                                              <a:latin typeface="Cambria Math" panose="02040503050406030204" pitchFamily="18" charset="0"/>
                                            </a:rPr>
                                            <m:t>0</m:t>
                                          </m:r>
                                        </m:e>
                                        <m:e>
                                          <m:r>
                                            <a:rPr lang="en-IN" b="0" i="1" smtClean="0">
                                              <a:latin typeface="Cambria Math" panose="02040503050406030204" pitchFamily="18" charset="0"/>
                                            </a:rPr>
                                            <m:t>0</m:t>
                                          </m:r>
                                        </m:e>
                                      </m:mr>
                                    </m:m>
                                  </m:e>
                                </m:mr>
                                <m:mr>
                                  <m:e>
                                    <m:r>
                                      <a:rPr lang="en-IN" b="0" i="1" smtClean="0">
                                        <a:latin typeface="Cambria Math" panose="02040503050406030204" pitchFamily="18" charset="0"/>
                                      </a:rPr>
                                      <m:t>0</m:t>
                                    </m:r>
                                  </m:e>
                                  <m:e>
                                    <m:r>
                                      <a:rPr lang="en-IN" b="0" i="1" smtClean="0">
                                        <a:latin typeface="Cambria Math" panose="02040503050406030204" pitchFamily="18" charset="0"/>
                                      </a:rPr>
                                      <m:t>0</m:t>
                                    </m:r>
                                  </m:e>
                                  <m:e>
                                    <m:m>
                                      <m:mPr>
                                        <m:mcs>
                                          <m:mc>
                                            <m:mcPr>
                                              <m:count m:val="2"/>
                                              <m:mcJc m:val="center"/>
                                            </m:mcPr>
                                          </m:mc>
                                        </m:mcs>
                                        <m:ctrlPr>
                                          <a:rPr lang="en-US" i="1" smtClean="0">
                                            <a:latin typeface="Cambria Math" panose="02040503050406030204" pitchFamily="18" charset="0"/>
                                          </a:rPr>
                                        </m:ctrlPr>
                                      </m:mPr>
                                      <m:mr>
                                        <m:e>
                                          <m:r>
                                            <m:rPr>
                                              <m:brk m:alnAt="7"/>
                                            </m:rPr>
                                            <a:rPr lang="en-IN" b="0" i="1" smtClean="0">
                                              <a:latin typeface="Cambria Math" panose="02040503050406030204" pitchFamily="18" charset="0"/>
                                            </a:rPr>
                                            <m:t>1</m:t>
                                          </m:r>
                                        </m:e>
                                        <m:e>
                                          <m:r>
                                            <a:rPr lang="en-IN" b="0" i="1" smtClean="0">
                                              <a:latin typeface="Cambria Math" panose="02040503050406030204" pitchFamily="18" charset="0"/>
                                            </a:rPr>
                                            <m:t>0</m:t>
                                          </m:r>
                                        </m:e>
                                      </m:mr>
                                    </m:m>
                                  </m:e>
                                </m:mr>
                              </m:m>
                            </m:e>
                          </m:mr>
                          <m:mr>
                            <m:e>
                              <m:m>
                                <m:mPr>
                                  <m:mcs>
                                    <m:mc>
                                      <m:mcPr>
                                        <m:count m:val="3"/>
                                        <m:mcJc m:val="center"/>
                                      </m:mcPr>
                                    </m:mc>
                                  </m:mcs>
                                  <m:ctrlPr>
                                    <a:rPr lang="en-US" i="1" smtClean="0">
                                      <a:latin typeface="Cambria Math" panose="02040503050406030204" pitchFamily="18" charset="0"/>
                                    </a:rPr>
                                  </m:ctrlPr>
                                </m:mPr>
                                <m:mr>
                                  <m:e>
                                    <m:r>
                                      <m:rPr>
                                        <m:brk m:alnAt="7"/>
                                      </m:rPr>
                                      <a:rPr lang="en-IN" b="0" i="1" smtClean="0">
                                        <a:latin typeface="Cambria Math" panose="02040503050406030204" pitchFamily="18" charset="0"/>
                                      </a:rPr>
                                      <m:t>0</m:t>
                                    </m:r>
                                  </m:e>
                                  <m:e>
                                    <m:r>
                                      <a:rPr lang="en-IN" b="0" i="1" smtClean="0">
                                        <a:latin typeface="Cambria Math" panose="02040503050406030204" pitchFamily="18" charset="0"/>
                                      </a:rPr>
                                      <m:t>0</m:t>
                                    </m:r>
                                  </m:e>
                                  <m:e>
                                    <m:r>
                                      <a:rPr lang="en-IN" b="0" i="1" smtClean="0">
                                        <a:latin typeface="Cambria Math" panose="02040503050406030204" pitchFamily="18" charset="0"/>
                                      </a:rPr>
                                      <m:t>1</m:t>
                                    </m:r>
                                  </m:e>
                                </m:mr>
                              </m:m>
                            </m:e>
                            <m:e>
                              <m:m>
                                <m:mPr>
                                  <m:mcs>
                                    <m:mc>
                                      <m:mcPr>
                                        <m:count m:val="3"/>
                                        <m:mcJc m:val="center"/>
                                      </m:mcPr>
                                    </m:mc>
                                  </m:mcs>
                                  <m:ctrlPr>
                                    <a:rPr lang="en-US" i="1" smtClean="0">
                                      <a:latin typeface="Cambria Math" panose="02040503050406030204" pitchFamily="18" charset="0"/>
                                    </a:rPr>
                                  </m:ctrlPr>
                                </m:mPr>
                                <m:mr>
                                  <m:e>
                                    <m:r>
                                      <m:rPr>
                                        <m:brk m:alnAt="7"/>
                                      </m:rPr>
                                      <a:rPr lang="en-IN" b="0" i="1" smtClean="0">
                                        <a:latin typeface="Cambria Math" panose="02040503050406030204" pitchFamily="18" charset="0"/>
                                      </a:rPr>
                                      <m:t>1</m:t>
                                    </m:r>
                                  </m:e>
                                  <m:e>
                                    <m:r>
                                      <a:rPr lang="en-IN" b="0" i="1" smtClean="0">
                                        <a:latin typeface="Cambria Math" panose="02040503050406030204" pitchFamily="18" charset="0"/>
                                      </a:rPr>
                                      <m:t>0</m:t>
                                    </m:r>
                                  </m:e>
                                  <m:e>
                                    <m:m>
                                      <m:mPr>
                                        <m:mcs>
                                          <m:mc>
                                            <m:mcPr>
                                              <m:count m:val="2"/>
                                              <m:mcJc m:val="center"/>
                                            </m:mcPr>
                                          </m:mc>
                                        </m:mcs>
                                        <m:ctrlPr>
                                          <a:rPr lang="en-US" i="1" smtClean="0">
                                            <a:latin typeface="Cambria Math" panose="02040503050406030204" pitchFamily="18" charset="0"/>
                                          </a:rPr>
                                        </m:ctrlPr>
                                      </m:mPr>
                                      <m:mr>
                                        <m:e>
                                          <m:r>
                                            <m:rPr>
                                              <m:brk m:alnAt="7"/>
                                            </m:rPr>
                                            <a:rPr lang="en-IN" b="0" i="1" smtClean="0">
                                              <a:latin typeface="Cambria Math" panose="02040503050406030204" pitchFamily="18" charset="0"/>
                                            </a:rPr>
                                            <m:t>0</m:t>
                                          </m:r>
                                        </m:e>
                                        <m:e>
                                          <m:r>
                                            <a:rPr lang="en-IN" b="0" i="1" smtClean="0">
                                              <a:latin typeface="Cambria Math" panose="02040503050406030204" pitchFamily="18" charset="0"/>
                                            </a:rPr>
                                            <m:t>1</m:t>
                                          </m:r>
                                        </m:e>
                                      </m:mr>
                                    </m:m>
                                  </m:e>
                                </m:mr>
                              </m:m>
                            </m:e>
                          </m:mr>
                        </m:m>
                      </m:e>
                    </m:d>
                  </m:oMath>
                </a14:m>
                <a:endParaRPr lang="en-US" dirty="0"/>
              </a:p>
              <a:p>
                <a:pPr>
                  <a:buFont typeface="Arial" panose="020B0604020202020204" pitchFamily="34" charset="0"/>
                  <a:buChar char="•"/>
                </a:pPr>
                <a:endParaRPr lang="en-US" dirty="0"/>
              </a:p>
              <a:p>
                <a:pPr>
                  <a:buFont typeface="Arial" panose="020B0604020202020204" pitchFamily="34" charset="0"/>
                  <a:buChar char="•"/>
                </a:pPr>
                <a:r>
                  <a:rPr lang="en-US" dirty="0"/>
                  <a:t>​​Each </a:t>
                </a:r>
                <a:r>
                  <a:rPr lang="en-US" b="1" dirty="0"/>
                  <a:t>row</a:t>
                </a:r>
                <a:r>
                  <a:rPr lang="en-US" dirty="0"/>
                  <a:t> represents a </a:t>
                </a:r>
                <a:r>
                  <a:rPr lang="en-US" b="1" dirty="0"/>
                  <a:t>parity-check equation</a:t>
                </a:r>
                <a:r>
                  <a:rPr lang="en-US" dirty="0"/>
                  <a:t>.</a:t>
                </a:r>
              </a:p>
              <a:p>
                <a:pPr>
                  <a:buFont typeface="Arial" panose="020B0604020202020204" pitchFamily="34" charset="0"/>
                  <a:buChar char="•"/>
                </a:pPr>
                <a:r>
                  <a:rPr lang="en-US" dirty="0"/>
                  <a:t>Each </a:t>
                </a:r>
                <a:r>
                  <a:rPr lang="en-US" b="1" dirty="0"/>
                  <a:t>column</a:t>
                </a:r>
                <a:r>
                  <a:rPr lang="en-US" dirty="0"/>
                  <a:t> corresponds to </a:t>
                </a:r>
                <a:r>
                  <a:rPr lang="en-US" b="1" dirty="0"/>
                  <a:t>a bit in the codeword</a:t>
                </a:r>
                <a:r>
                  <a:rPr lang="en-US" dirty="0"/>
                  <a:t>.</a:t>
                </a:r>
              </a:p>
              <a:p>
                <a:pPr>
                  <a:buFont typeface="Arial" panose="020B0604020202020204" pitchFamily="34" charset="0"/>
                  <a:buChar char="•"/>
                </a:pPr>
                <a:r>
                  <a:rPr lang="en-US" dirty="0"/>
                  <a:t>The </a:t>
                </a:r>
                <a:r>
                  <a:rPr lang="en-US" b="1" dirty="0"/>
                  <a:t>low density of 1s</a:t>
                </a:r>
                <a:r>
                  <a:rPr lang="en-US" dirty="0"/>
                  <a:t> makes computations efficient.</a:t>
                </a:r>
              </a:p>
              <a:p>
                <a:endParaRPr lang="en-IN" dirty="0"/>
              </a:p>
            </p:txBody>
          </p:sp>
        </mc:Choice>
        <mc:Fallback xmlns="">
          <p:sp>
            <p:nvSpPr>
              <p:cNvPr id="3" name="Content Placeholder 2">
                <a:extLst>
                  <a:ext uri="{FF2B5EF4-FFF2-40B4-BE49-F238E27FC236}">
                    <a16:creationId xmlns:a16="http://schemas.microsoft.com/office/drawing/2014/main" id="{DCCC8BA4-A25A-9F92-1807-A93444BE5BEB}"/>
                  </a:ext>
                </a:extLst>
              </p:cNvPr>
              <p:cNvSpPr>
                <a:spLocks noGrp="1" noRot="1" noChangeAspect="1" noMove="1" noResize="1" noEditPoints="1" noAdjustHandles="1" noChangeArrowheads="1" noChangeShapeType="1" noTextEdit="1"/>
              </p:cNvSpPr>
              <p:nvPr>
                <p:ph idx="1"/>
              </p:nvPr>
            </p:nvSpPr>
            <p:spPr>
              <a:blipFill>
                <a:blip r:embed="rId2"/>
                <a:stretch>
                  <a:fillRect l="-1043" t="-2941" b="-1120"/>
                </a:stretch>
              </a:blipFill>
            </p:spPr>
            <p:txBody>
              <a:bodyPr/>
              <a:lstStyle/>
              <a:p>
                <a:r>
                  <a:rPr lang="en-IN">
                    <a:noFill/>
                  </a:rPr>
                  <a:t> </a:t>
                </a:r>
              </a:p>
            </p:txBody>
          </p:sp>
        </mc:Fallback>
      </mc:AlternateContent>
    </p:spTree>
    <p:extLst>
      <p:ext uri="{BB962C8B-B14F-4D97-AF65-F5344CB8AC3E}">
        <p14:creationId xmlns:p14="http://schemas.microsoft.com/office/powerpoint/2010/main" val="3013892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830B0-EB64-95A6-E1E1-E29879120268}"/>
              </a:ext>
            </a:extLst>
          </p:cNvPr>
          <p:cNvSpPr>
            <a:spLocks noGrp="1"/>
          </p:cNvSpPr>
          <p:nvPr>
            <p:ph type="title"/>
          </p:nvPr>
        </p:nvSpPr>
        <p:spPr/>
        <p:txBody>
          <a:bodyPr/>
          <a:lstStyle/>
          <a:p>
            <a:r>
              <a:rPr lang="en-IN" dirty="0"/>
              <a:t>Error-Detecting Codes</a:t>
            </a:r>
          </a:p>
        </p:txBody>
      </p:sp>
      <p:sp>
        <p:nvSpPr>
          <p:cNvPr id="3" name="Content Placeholder 2">
            <a:extLst>
              <a:ext uri="{FF2B5EF4-FFF2-40B4-BE49-F238E27FC236}">
                <a16:creationId xmlns:a16="http://schemas.microsoft.com/office/drawing/2014/main" id="{365C926C-DA2B-453B-64B6-96634F489334}"/>
              </a:ext>
            </a:extLst>
          </p:cNvPr>
          <p:cNvSpPr>
            <a:spLocks noGrp="1"/>
          </p:cNvSpPr>
          <p:nvPr>
            <p:ph idx="1"/>
          </p:nvPr>
        </p:nvSpPr>
        <p:spPr>
          <a:xfrm>
            <a:off x="838200" y="1571625"/>
            <a:ext cx="10515600" cy="4351338"/>
          </a:xfrm>
        </p:spPr>
        <p:txBody>
          <a:bodyPr/>
          <a:lstStyle/>
          <a:p>
            <a:pPr marL="0" indent="0">
              <a:buNone/>
            </a:pPr>
            <a:r>
              <a:rPr lang="en-US" dirty="0"/>
              <a:t>1. Parity. </a:t>
            </a:r>
          </a:p>
          <a:p>
            <a:pPr marL="0" indent="0">
              <a:buNone/>
            </a:pPr>
            <a:r>
              <a:rPr lang="en-US" dirty="0"/>
              <a:t>2. Checksums. </a:t>
            </a:r>
          </a:p>
          <a:p>
            <a:pPr marL="0" indent="0">
              <a:buNone/>
            </a:pPr>
            <a:r>
              <a:rPr lang="en-US" dirty="0"/>
              <a:t>3. Cyclic Redundancy Checks (CRCs).</a:t>
            </a:r>
            <a:endParaRPr lang="en-IN" dirty="0"/>
          </a:p>
        </p:txBody>
      </p:sp>
    </p:spTree>
    <p:extLst>
      <p:ext uri="{BB962C8B-B14F-4D97-AF65-F5344CB8AC3E}">
        <p14:creationId xmlns:p14="http://schemas.microsoft.com/office/powerpoint/2010/main" val="21112200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C6A7F-5129-49F2-20B2-FA5AE1119282}"/>
              </a:ext>
            </a:extLst>
          </p:cNvPr>
          <p:cNvSpPr>
            <a:spLocks noGrp="1"/>
          </p:cNvSpPr>
          <p:nvPr>
            <p:ph type="title"/>
          </p:nvPr>
        </p:nvSpPr>
        <p:spPr/>
        <p:txBody>
          <a:bodyPr/>
          <a:lstStyle/>
          <a:p>
            <a:r>
              <a:rPr lang="en-IN" dirty="0"/>
              <a:t>Parity</a:t>
            </a:r>
          </a:p>
        </p:txBody>
      </p:sp>
      <p:sp>
        <p:nvSpPr>
          <p:cNvPr id="3" name="Content Placeholder 2">
            <a:extLst>
              <a:ext uri="{FF2B5EF4-FFF2-40B4-BE49-F238E27FC236}">
                <a16:creationId xmlns:a16="http://schemas.microsoft.com/office/drawing/2014/main" id="{34C53E13-A485-9EDB-908D-C4AAD13A850E}"/>
              </a:ext>
            </a:extLst>
          </p:cNvPr>
          <p:cNvSpPr>
            <a:spLocks noGrp="1"/>
          </p:cNvSpPr>
          <p:nvPr>
            <p:ph idx="1"/>
          </p:nvPr>
        </p:nvSpPr>
        <p:spPr/>
        <p:txBody>
          <a:bodyPr/>
          <a:lstStyle/>
          <a:p>
            <a:r>
              <a:rPr lang="en-US" dirty="0"/>
              <a:t>A single parity bit is appended to the data.</a:t>
            </a:r>
          </a:p>
          <a:p>
            <a:r>
              <a:rPr lang="en-US" dirty="0"/>
              <a:t>Bit is chosen so that the number of 1 bits in the codeword is even (or odd)</a:t>
            </a:r>
          </a:p>
          <a:p>
            <a:r>
              <a:rPr lang="en-US" dirty="0"/>
              <a:t>Doing this is equivalent to computing the (even) parity bit as the modulo 2 sum or XOR of the data bits.</a:t>
            </a:r>
          </a:p>
          <a:p>
            <a:r>
              <a:rPr lang="en-US" dirty="0"/>
              <a:t>When 1011010 is sent in even parity : 10110100</a:t>
            </a:r>
          </a:p>
          <a:p>
            <a:r>
              <a:rPr lang="en-US" dirty="0"/>
              <a:t>When 1011010 is sent in odd parity : 10110101</a:t>
            </a:r>
          </a:p>
          <a:p>
            <a:r>
              <a:rPr lang="en-US" dirty="0"/>
              <a:t>Single parity bit has a distance of 2</a:t>
            </a:r>
          </a:p>
          <a:p>
            <a:pPr marL="0" indent="0">
              <a:buNone/>
            </a:pPr>
            <a:r>
              <a:rPr lang="en-US" dirty="0"/>
              <a:t> </a:t>
            </a:r>
            <a:endParaRPr lang="en-IN" dirty="0"/>
          </a:p>
        </p:txBody>
      </p:sp>
    </p:spTree>
    <p:extLst>
      <p:ext uri="{BB962C8B-B14F-4D97-AF65-F5344CB8AC3E}">
        <p14:creationId xmlns:p14="http://schemas.microsoft.com/office/powerpoint/2010/main" val="406138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00AD7-C084-876A-FB22-B57FD5B41239}"/>
              </a:ext>
            </a:extLst>
          </p:cNvPr>
          <p:cNvSpPr>
            <a:spLocks noGrp="1"/>
          </p:cNvSpPr>
          <p:nvPr>
            <p:ph type="title"/>
          </p:nvPr>
        </p:nvSpPr>
        <p:spPr/>
        <p:txBody>
          <a:bodyPr/>
          <a:lstStyle/>
          <a:p>
            <a:r>
              <a:rPr lang="en-IN" dirty="0"/>
              <a:t>Difficulty in Parity</a:t>
            </a:r>
          </a:p>
        </p:txBody>
      </p:sp>
      <p:sp>
        <p:nvSpPr>
          <p:cNvPr id="3" name="Content Placeholder 2">
            <a:extLst>
              <a:ext uri="{FF2B5EF4-FFF2-40B4-BE49-F238E27FC236}">
                <a16:creationId xmlns:a16="http://schemas.microsoft.com/office/drawing/2014/main" id="{49D71EB8-A42E-47AC-5AE7-FD9A53BBB9A7}"/>
              </a:ext>
            </a:extLst>
          </p:cNvPr>
          <p:cNvSpPr>
            <a:spLocks noGrp="1"/>
          </p:cNvSpPr>
          <p:nvPr>
            <p:ph idx="1"/>
          </p:nvPr>
        </p:nvSpPr>
        <p:spPr/>
        <p:txBody>
          <a:bodyPr/>
          <a:lstStyle/>
          <a:p>
            <a:pPr algn="just"/>
            <a:r>
              <a:rPr lang="en-US" dirty="0"/>
              <a:t>A single parity bit can detect a single-bit error in a data block reliably. However, if a block experiences a "long burst error" (multiple errors in a sequence), the chance of detecting it drops to 50%, which is insufficient for reliable error detection.</a:t>
            </a:r>
          </a:p>
          <a:p>
            <a:pPr>
              <a:buFont typeface="Arial" panose="020B0604020202020204" pitchFamily="34" charset="0"/>
              <a:buChar char="•"/>
            </a:pPr>
            <a:r>
              <a:rPr lang="en-US" b="1" dirty="0"/>
              <a:t>Matrix-Based Parity Improvement</a:t>
            </a:r>
            <a:r>
              <a:rPr lang="en-US" dirty="0"/>
              <a:t>: To enhance error detection, data can be organized into a rectangular matrix (n bits wide and k bits high). By calculating and sending a parity bit for each row: </a:t>
            </a:r>
          </a:p>
          <a:p>
            <a:pPr lvl="1"/>
            <a:r>
              <a:rPr lang="en-US" dirty="0"/>
              <a:t>Up to k bit errors can be detected reliably.</a:t>
            </a:r>
          </a:p>
          <a:p>
            <a:pPr lvl="1"/>
            <a:r>
              <a:rPr lang="en-US" dirty="0"/>
              <a:t>This works as long as no more than one error occurs per row.</a:t>
            </a:r>
          </a:p>
          <a:p>
            <a:pPr algn="just"/>
            <a:endParaRPr lang="en-US" dirty="0"/>
          </a:p>
          <a:p>
            <a:endParaRPr lang="en-IN" dirty="0"/>
          </a:p>
        </p:txBody>
      </p:sp>
    </p:spTree>
    <p:extLst>
      <p:ext uri="{BB962C8B-B14F-4D97-AF65-F5344CB8AC3E}">
        <p14:creationId xmlns:p14="http://schemas.microsoft.com/office/powerpoint/2010/main" val="42533878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DD2B8-A60E-1E4C-8535-9F6DC987CD0D}"/>
              </a:ext>
            </a:extLst>
          </p:cNvPr>
          <p:cNvSpPr>
            <a:spLocks noGrp="1"/>
          </p:cNvSpPr>
          <p:nvPr>
            <p:ph type="title"/>
          </p:nvPr>
        </p:nvSpPr>
        <p:spPr/>
        <p:txBody>
          <a:bodyPr/>
          <a:lstStyle/>
          <a:p>
            <a:r>
              <a:rPr lang="en-IN" dirty="0"/>
              <a:t>Interleaving</a:t>
            </a:r>
          </a:p>
        </p:txBody>
      </p:sp>
      <p:sp>
        <p:nvSpPr>
          <p:cNvPr id="3" name="Content Placeholder 2">
            <a:extLst>
              <a:ext uri="{FF2B5EF4-FFF2-40B4-BE49-F238E27FC236}">
                <a16:creationId xmlns:a16="http://schemas.microsoft.com/office/drawing/2014/main" id="{268470A4-2A86-E76C-BC29-4DEE2036BE3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B1BD758-C74B-104F-5CA5-AD22C52E9462}"/>
              </a:ext>
            </a:extLst>
          </p:cNvPr>
          <p:cNvPicPr>
            <a:picLocks noChangeAspect="1"/>
          </p:cNvPicPr>
          <p:nvPr/>
        </p:nvPicPr>
        <p:blipFill>
          <a:blip r:embed="rId3"/>
          <a:stretch>
            <a:fillRect/>
          </a:stretch>
        </p:blipFill>
        <p:spPr>
          <a:xfrm>
            <a:off x="1393099" y="1410769"/>
            <a:ext cx="9405801" cy="4588814"/>
          </a:xfrm>
          <a:prstGeom prst="rect">
            <a:avLst/>
          </a:prstGeom>
        </p:spPr>
      </p:pic>
    </p:spTree>
    <p:extLst>
      <p:ext uri="{BB962C8B-B14F-4D97-AF65-F5344CB8AC3E}">
        <p14:creationId xmlns:p14="http://schemas.microsoft.com/office/powerpoint/2010/main" val="18365658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CB91F-1E74-5155-06FE-1E1DFF09D3F8}"/>
              </a:ext>
            </a:extLst>
          </p:cNvPr>
          <p:cNvSpPr>
            <a:spLocks noGrp="1"/>
          </p:cNvSpPr>
          <p:nvPr>
            <p:ph type="title"/>
          </p:nvPr>
        </p:nvSpPr>
        <p:spPr/>
        <p:txBody>
          <a:bodyPr/>
          <a:lstStyle/>
          <a:p>
            <a:r>
              <a:rPr lang="en-IN" dirty="0"/>
              <a:t>Checksum</a:t>
            </a:r>
          </a:p>
        </p:txBody>
      </p:sp>
      <p:sp>
        <p:nvSpPr>
          <p:cNvPr id="3" name="Content Placeholder 2">
            <a:extLst>
              <a:ext uri="{FF2B5EF4-FFF2-40B4-BE49-F238E27FC236}">
                <a16:creationId xmlns:a16="http://schemas.microsoft.com/office/drawing/2014/main" id="{0C7F17F2-3D5C-201E-4EB2-CF0F5E54494C}"/>
              </a:ext>
            </a:extLst>
          </p:cNvPr>
          <p:cNvSpPr>
            <a:spLocks noGrp="1"/>
          </p:cNvSpPr>
          <p:nvPr>
            <p:ph idx="1"/>
          </p:nvPr>
        </p:nvSpPr>
        <p:spPr/>
        <p:txBody>
          <a:bodyPr>
            <a:normAutofit fontScale="92500" lnSpcReduction="10000"/>
          </a:bodyPr>
          <a:lstStyle/>
          <a:p>
            <a:r>
              <a:rPr lang="en-IN" dirty="0"/>
              <a:t>Closely related to groups of parity bits.</a:t>
            </a:r>
          </a:p>
          <a:p>
            <a:r>
              <a:rPr lang="en-IN" dirty="0"/>
              <a:t>A group of check bits associated with a message, regardless of how are calculated.</a:t>
            </a:r>
          </a:p>
          <a:p>
            <a:r>
              <a:rPr lang="en-US" dirty="0"/>
              <a:t>A group of parity bits is one example of a checksum. </a:t>
            </a:r>
          </a:p>
          <a:p>
            <a:r>
              <a:rPr lang="en-US" dirty="0"/>
              <a:t>However, there are stronger checksum methods based on a running sum of the data bits in a message. </a:t>
            </a:r>
          </a:p>
          <a:p>
            <a:r>
              <a:rPr lang="en-US" dirty="0"/>
              <a:t>The checksum is typically placed at the end of the message as the complement of the sum function. </a:t>
            </a:r>
          </a:p>
          <a:p>
            <a:r>
              <a:rPr lang="en-US" dirty="0"/>
              <a:t>To detect errors, the receiver sums the entire received codeword, including both the data bits and the checksum. </a:t>
            </a:r>
          </a:p>
          <a:p>
            <a:r>
              <a:rPr lang="en-US" dirty="0"/>
              <a:t>If the result is zero, no errors are detected.</a:t>
            </a:r>
            <a:endParaRPr lang="en-IN" dirty="0"/>
          </a:p>
          <a:p>
            <a:endParaRPr lang="en-IN" dirty="0"/>
          </a:p>
        </p:txBody>
      </p:sp>
    </p:spTree>
    <p:extLst>
      <p:ext uri="{BB962C8B-B14F-4D97-AF65-F5344CB8AC3E}">
        <p14:creationId xmlns:p14="http://schemas.microsoft.com/office/powerpoint/2010/main" val="15771251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8C612-0F38-5B30-BB81-09D880104944}"/>
              </a:ext>
            </a:extLst>
          </p:cNvPr>
          <p:cNvSpPr>
            <a:spLocks noGrp="1"/>
          </p:cNvSpPr>
          <p:nvPr>
            <p:ph type="title"/>
          </p:nvPr>
        </p:nvSpPr>
        <p:spPr/>
        <p:txBody>
          <a:bodyPr/>
          <a:lstStyle/>
          <a:p>
            <a:r>
              <a:rPr lang="en-IN" dirty="0"/>
              <a:t>Example: 16-bit Internet Checksum Calculation</a:t>
            </a:r>
          </a:p>
        </p:txBody>
      </p:sp>
      <p:sp>
        <p:nvSpPr>
          <p:cNvPr id="3" name="Content Placeholder 2">
            <a:extLst>
              <a:ext uri="{FF2B5EF4-FFF2-40B4-BE49-F238E27FC236}">
                <a16:creationId xmlns:a16="http://schemas.microsoft.com/office/drawing/2014/main" id="{B383E903-32A9-7911-5F91-8FBFAB4C9E6E}"/>
              </a:ext>
            </a:extLst>
          </p:cNvPr>
          <p:cNvSpPr>
            <a:spLocks noGrp="1"/>
          </p:cNvSpPr>
          <p:nvPr>
            <p:ph idx="1"/>
          </p:nvPr>
        </p:nvSpPr>
        <p:spPr/>
        <p:txBody>
          <a:bodyPr>
            <a:normAutofit lnSpcReduction="10000"/>
          </a:bodyPr>
          <a:lstStyle/>
          <a:p>
            <a:r>
              <a:rPr lang="en-US" dirty="0"/>
              <a:t>Step 1: Divide the Data into 16-bit Words</a:t>
            </a:r>
          </a:p>
          <a:p>
            <a:pPr marL="0" indent="0">
              <a:buNone/>
            </a:pPr>
            <a:r>
              <a:rPr lang="pt-BR" dirty="0"/>
              <a:t>	1100 1010  (0xCA)  </a:t>
            </a:r>
          </a:p>
          <a:p>
            <a:pPr marL="0" indent="0">
              <a:buNone/>
            </a:pPr>
            <a:r>
              <a:rPr lang="pt-BR" dirty="0"/>
              <a:t>	1011 0111  (0xB7)  </a:t>
            </a:r>
          </a:p>
          <a:p>
            <a:pPr marL="0" indent="0">
              <a:buNone/>
            </a:pPr>
            <a:r>
              <a:rPr lang="pt-BR" dirty="0"/>
              <a:t>	0110 1100  (0x6C)  </a:t>
            </a:r>
          </a:p>
          <a:p>
            <a:pPr marL="0" indent="0">
              <a:buNone/>
            </a:pPr>
            <a:r>
              <a:rPr lang="pt-BR" dirty="0"/>
              <a:t>	0001 1110  (0x1E)</a:t>
            </a:r>
          </a:p>
          <a:p>
            <a:pPr marL="0" indent="0">
              <a:buNone/>
            </a:pPr>
            <a:r>
              <a:rPr lang="pt-BR" dirty="0"/>
              <a:t>	1100 1010 1011 0111  (0xCAB7)  </a:t>
            </a:r>
          </a:p>
          <a:p>
            <a:pPr marL="0" indent="0">
              <a:buNone/>
            </a:pPr>
            <a:r>
              <a:rPr lang="pt-BR" dirty="0"/>
              <a:t>	0110 1100 0001 1110  (0x6C1E)</a:t>
            </a:r>
          </a:p>
          <a:p>
            <a:pPr marL="0" indent="0">
              <a:buNone/>
            </a:pPr>
            <a:r>
              <a:rPr lang="en-US" dirty="0"/>
              <a:t>Step 2: Compute the Sum (Ones' Complement Arithmetic)</a:t>
            </a:r>
            <a:endParaRPr lang="pt-BR" dirty="0"/>
          </a:p>
          <a:p>
            <a:pPr marL="0" indent="0">
              <a:buNone/>
            </a:pPr>
            <a:r>
              <a:rPr lang="pt-BR" dirty="0"/>
              <a:t>	CAB7 + 6C1E = 136D5</a:t>
            </a:r>
          </a:p>
          <a:p>
            <a:pPr marL="0" indent="0">
              <a:buNone/>
            </a:pPr>
            <a:endParaRPr lang="en-IN" dirty="0"/>
          </a:p>
        </p:txBody>
      </p:sp>
      <p:sp>
        <p:nvSpPr>
          <p:cNvPr id="4" name="Right Brace 3">
            <a:extLst>
              <a:ext uri="{FF2B5EF4-FFF2-40B4-BE49-F238E27FC236}">
                <a16:creationId xmlns:a16="http://schemas.microsoft.com/office/drawing/2014/main" id="{AC7BF1D4-6BE4-5C03-CCBD-F293CD41650E}"/>
              </a:ext>
            </a:extLst>
          </p:cNvPr>
          <p:cNvSpPr/>
          <p:nvPr/>
        </p:nvSpPr>
        <p:spPr>
          <a:xfrm>
            <a:off x="5013064" y="2355925"/>
            <a:ext cx="828338" cy="157061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5" name="Right Brace 4">
            <a:extLst>
              <a:ext uri="{FF2B5EF4-FFF2-40B4-BE49-F238E27FC236}">
                <a16:creationId xmlns:a16="http://schemas.microsoft.com/office/drawing/2014/main" id="{83ECAA30-56D4-01CA-8ABA-83298E13F610}"/>
              </a:ext>
            </a:extLst>
          </p:cNvPr>
          <p:cNvSpPr/>
          <p:nvPr/>
        </p:nvSpPr>
        <p:spPr>
          <a:xfrm>
            <a:off x="7013986" y="4270786"/>
            <a:ext cx="301214" cy="71000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6" name="Rectangle 5">
            <a:extLst>
              <a:ext uri="{FF2B5EF4-FFF2-40B4-BE49-F238E27FC236}">
                <a16:creationId xmlns:a16="http://schemas.microsoft.com/office/drawing/2014/main" id="{A6F65BF2-6FE7-B700-B73F-54D5069510F6}"/>
              </a:ext>
            </a:extLst>
          </p:cNvPr>
          <p:cNvSpPr/>
          <p:nvPr/>
        </p:nvSpPr>
        <p:spPr>
          <a:xfrm>
            <a:off x="5916706" y="2947595"/>
            <a:ext cx="4099560" cy="4814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8-bit data blocks</a:t>
            </a:r>
          </a:p>
        </p:txBody>
      </p:sp>
      <p:sp>
        <p:nvSpPr>
          <p:cNvPr id="7" name="Rectangle 6">
            <a:extLst>
              <a:ext uri="{FF2B5EF4-FFF2-40B4-BE49-F238E27FC236}">
                <a16:creationId xmlns:a16="http://schemas.microsoft.com/office/drawing/2014/main" id="{92147E3C-9728-CDE5-8F68-6D039EF67AED}"/>
              </a:ext>
            </a:extLst>
          </p:cNvPr>
          <p:cNvSpPr/>
          <p:nvPr/>
        </p:nvSpPr>
        <p:spPr>
          <a:xfrm>
            <a:off x="7435326" y="4374365"/>
            <a:ext cx="4451874" cy="4814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Since the checksum operates on </a:t>
            </a:r>
            <a:r>
              <a:rPr lang="en-US" b="1" dirty="0"/>
              <a:t>16-bit words</a:t>
            </a:r>
            <a:r>
              <a:rPr lang="en-US" dirty="0"/>
              <a:t>, we pair them:</a:t>
            </a:r>
            <a:endParaRPr lang="en-IN" dirty="0"/>
          </a:p>
        </p:txBody>
      </p:sp>
    </p:spTree>
    <p:extLst>
      <p:ext uri="{BB962C8B-B14F-4D97-AF65-F5344CB8AC3E}">
        <p14:creationId xmlns:p14="http://schemas.microsoft.com/office/powerpoint/2010/main" val="10447474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92548-9C31-2FD5-318D-F9177C6C3C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719CB-B92B-443A-CE6C-77281FD348D8}"/>
              </a:ext>
            </a:extLst>
          </p:cNvPr>
          <p:cNvSpPr>
            <a:spLocks noGrp="1"/>
          </p:cNvSpPr>
          <p:nvPr>
            <p:ph type="title"/>
          </p:nvPr>
        </p:nvSpPr>
        <p:spPr/>
        <p:txBody>
          <a:bodyPr/>
          <a:lstStyle/>
          <a:p>
            <a:r>
              <a:rPr lang="en-IN" dirty="0"/>
              <a:t>Example: 16-bit Internet Checksum Calculation</a:t>
            </a:r>
          </a:p>
        </p:txBody>
      </p:sp>
      <p:sp>
        <p:nvSpPr>
          <p:cNvPr id="3" name="Content Placeholder 2">
            <a:extLst>
              <a:ext uri="{FF2B5EF4-FFF2-40B4-BE49-F238E27FC236}">
                <a16:creationId xmlns:a16="http://schemas.microsoft.com/office/drawing/2014/main" id="{3A856ABE-5C67-D2B3-03E0-4A66B7B4469E}"/>
              </a:ext>
            </a:extLst>
          </p:cNvPr>
          <p:cNvSpPr>
            <a:spLocks noGrp="1"/>
          </p:cNvSpPr>
          <p:nvPr>
            <p:ph idx="1"/>
          </p:nvPr>
        </p:nvSpPr>
        <p:spPr/>
        <p:txBody>
          <a:bodyPr>
            <a:normAutofit/>
          </a:bodyPr>
          <a:lstStyle/>
          <a:p>
            <a:pPr marL="0" indent="0">
              <a:buNone/>
            </a:pPr>
            <a:r>
              <a:rPr lang="en-US" dirty="0"/>
              <a:t>Since the sum is </a:t>
            </a:r>
            <a:r>
              <a:rPr lang="en-US" b="1" dirty="0"/>
              <a:t>greater than 16 bits</a:t>
            </a:r>
          </a:p>
          <a:p>
            <a:pPr marL="0" indent="0">
              <a:buNone/>
            </a:pPr>
            <a:r>
              <a:rPr lang="en-US" dirty="0"/>
              <a:t> 136D5  </a:t>
            </a:r>
          </a:p>
          <a:p>
            <a:pPr marL="0" indent="0">
              <a:buNone/>
            </a:pPr>
            <a:r>
              <a:rPr lang="en-US" dirty="0"/>
              <a:t>+   0001  (carry)</a:t>
            </a:r>
          </a:p>
          <a:p>
            <a:pPr marL="0" indent="0">
              <a:buNone/>
            </a:pPr>
            <a:r>
              <a:rPr lang="en-US" dirty="0"/>
              <a:t>---------</a:t>
            </a:r>
          </a:p>
          <a:p>
            <a:pPr marL="0" indent="0">
              <a:buNone/>
            </a:pPr>
            <a:r>
              <a:rPr lang="en-US" dirty="0"/>
              <a:t>  36D6  (final sum after carry addition)</a:t>
            </a:r>
            <a:endParaRPr lang="en-US" b="1" dirty="0"/>
          </a:p>
          <a:p>
            <a:pPr marL="0" indent="0">
              <a:buNone/>
            </a:pPr>
            <a:r>
              <a:rPr lang="en-US" dirty="0"/>
              <a:t>Step 3: Take the One’s Complement of the Sum</a:t>
            </a:r>
            <a:endParaRPr lang="en-US" b="1" dirty="0"/>
          </a:p>
          <a:p>
            <a:pPr marL="0" indent="0">
              <a:buNone/>
            </a:pPr>
            <a:r>
              <a:rPr lang="en-US" dirty="0"/>
              <a:t>Checksum = 1100 1001 0010 1001  (0xC929)</a:t>
            </a:r>
            <a:endParaRPr lang="en-IN" dirty="0"/>
          </a:p>
        </p:txBody>
      </p:sp>
    </p:spTree>
    <p:extLst>
      <p:ext uri="{BB962C8B-B14F-4D97-AF65-F5344CB8AC3E}">
        <p14:creationId xmlns:p14="http://schemas.microsoft.com/office/powerpoint/2010/main" val="3337514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4CE4D-3C3B-EA6F-B1CE-F8AD22078EDA}"/>
              </a:ext>
            </a:extLst>
          </p:cNvPr>
          <p:cNvSpPr>
            <a:spLocks noGrp="1"/>
          </p:cNvSpPr>
          <p:nvPr>
            <p:ph type="title"/>
          </p:nvPr>
        </p:nvSpPr>
        <p:spPr/>
        <p:txBody>
          <a:bodyPr/>
          <a:lstStyle/>
          <a:p>
            <a:r>
              <a:rPr lang="en-IN" dirty="0"/>
              <a:t>Example: 16-bit Internet Checksum Calculation</a:t>
            </a:r>
          </a:p>
        </p:txBody>
      </p:sp>
      <p:sp>
        <p:nvSpPr>
          <p:cNvPr id="3" name="Content Placeholder 2">
            <a:extLst>
              <a:ext uri="{FF2B5EF4-FFF2-40B4-BE49-F238E27FC236}">
                <a16:creationId xmlns:a16="http://schemas.microsoft.com/office/drawing/2014/main" id="{05DF08E5-AE49-4514-1F97-CA7F5B39CB03}"/>
              </a:ext>
            </a:extLst>
          </p:cNvPr>
          <p:cNvSpPr>
            <a:spLocks noGrp="1"/>
          </p:cNvSpPr>
          <p:nvPr>
            <p:ph idx="1"/>
          </p:nvPr>
        </p:nvSpPr>
        <p:spPr/>
        <p:txBody>
          <a:bodyPr>
            <a:normAutofit lnSpcReduction="10000"/>
          </a:bodyPr>
          <a:lstStyle/>
          <a:p>
            <a:r>
              <a:rPr lang="en-US" dirty="0"/>
              <a:t>Step 4: Transmit the Data with the Checksum</a:t>
            </a:r>
          </a:p>
          <a:p>
            <a:pPr marL="0" indent="0">
              <a:buNone/>
            </a:pPr>
            <a:r>
              <a:rPr lang="en-IN" dirty="0"/>
              <a:t>Data:     1100 1010 1011 0111 0110 1100 0001 1110  </a:t>
            </a:r>
          </a:p>
          <a:p>
            <a:pPr marL="0" indent="0">
              <a:buNone/>
            </a:pPr>
            <a:r>
              <a:rPr lang="en-IN" dirty="0"/>
              <a:t>Checksum: 1100 1001 0010 1001 </a:t>
            </a:r>
          </a:p>
          <a:p>
            <a:r>
              <a:rPr lang="en-US" dirty="0"/>
              <a:t>The Internet checksum is efficient and simple but offers weak protection in certain cases because it is merely a simple sum. </a:t>
            </a:r>
          </a:p>
          <a:p>
            <a:r>
              <a:rPr lang="en-US" dirty="0"/>
              <a:t>It fails to detect the deletion or addition of zero-value data, swapping of message segments, and message splicing, where parts of two packets are combined. </a:t>
            </a:r>
          </a:p>
          <a:p>
            <a:r>
              <a:rPr lang="en-US" dirty="0"/>
              <a:t>While these errors may seem unlikely to occur randomly, they are precisely the types of issues that can arise due to faulty hardware.</a:t>
            </a:r>
            <a:endParaRPr lang="en-IN" dirty="0"/>
          </a:p>
        </p:txBody>
      </p:sp>
    </p:spTree>
    <p:extLst>
      <p:ext uri="{BB962C8B-B14F-4D97-AF65-F5344CB8AC3E}">
        <p14:creationId xmlns:p14="http://schemas.microsoft.com/office/powerpoint/2010/main" val="20989093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361E-2B49-9B68-6501-3CEE41583190}"/>
              </a:ext>
            </a:extLst>
          </p:cNvPr>
          <p:cNvSpPr>
            <a:spLocks noGrp="1"/>
          </p:cNvSpPr>
          <p:nvPr>
            <p:ph type="title"/>
          </p:nvPr>
        </p:nvSpPr>
        <p:spPr/>
        <p:txBody>
          <a:bodyPr/>
          <a:lstStyle/>
          <a:p>
            <a:r>
              <a:rPr lang="en-IN" dirty="0"/>
              <a:t>Fletcher’s checksum</a:t>
            </a:r>
          </a:p>
        </p:txBody>
      </p:sp>
      <p:sp>
        <p:nvSpPr>
          <p:cNvPr id="3" name="Content Placeholder 2">
            <a:extLst>
              <a:ext uri="{FF2B5EF4-FFF2-40B4-BE49-F238E27FC236}">
                <a16:creationId xmlns:a16="http://schemas.microsoft.com/office/drawing/2014/main" id="{D8C70B07-1B80-1D46-04E2-690173692FFF}"/>
              </a:ext>
            </a:extLst>
          </p:cNvPr>
          <p:cNvSpPr>
            <a:spLocks noGrp="1"/>
          </p:cNvSpPr>
          <p:nvPr>
            <p:ph idx="1"/>
          </p:nvPr>
        </p:nvSpPr>
        <p:spPr>
          <a:xfrm>
            <a:off x="838200" y="1481379"/>
            <a:ext cx="10515600" cy="4822601"/>
          </a:xfrm>
        </p:spPr>
        <p:txBody>
          <a:bodyPr>
            <a:normAutofit fontScale="92500"/>
          </a:bodyPr>
          <a:lstStyle/>
          <a:p>
            <a:r>
              <a:rPr lang="en-US" dirty="0"/>
              <a:t>It includes a positional component, adding the product of the data and its position to the running sum. </a:t>
            </a:r>
          </a:p>
          <a:p>
            <a:r>
              <a:rPr lang="en-US" dirty="0"/>
              <a:t>This provides stronger detection of changes in the position of data.</a:t>
            </a:r>
          </a:p>
          <a:p>
            <a:r>
              <a:rPr lang="en-US" dirty="0"/>
              <a:t>How Fletcher’s Checksum Works</a:t>
            </a:r>
          </a:p>
          <a:p>
            <a:r>
              <a:rPr lang="en-US" dirty="0"/>
              <a:t>Initialize two sums:</a:t>
            </a:r>
          </a:p>
          <a:p>
            <a:pPr lvl="1"/>
            <a:r>
              <a:rPr lang="en-US" dirty="0"/>
              <a:t>sum1 = 0 ; sum2 = 0</a:t>
            </a:r>
          </a:p>
          <a:p>
            <a:r>
              <a:rPr lang="en-US" dirty="0"/>
              <a:t>Process each byte (or word) of data sequentially:</a:t>
            </a:r>
          </a:p>
          <a:p>
            <a:pPr lvl="1"/>
            <a:r>
              <a:rPr lang="en-US" dirty="0"/>
              <a:t>sum1 = (sum1 + </a:t>
            </a:r>
            <a:r>
              <a:rPr lang="en-US" dirty="0" err="1"/>
              <a:t>data_byte</a:t>
            </a:r>
            <a:r>
              <a:rPr lang="en-US" dirty="0"/>
              <a:t>) mod 255</a:t>
            </a:r>
          </a:p>
          <a:p>
            <a:pPr lvl="1"/>
            <a:r>
              <a:rPr lang="en-US" dirty="0"/>
              <a:t>sum2 = (sum2 + sum1) mod 255</a:t>
            </a:r>
          </a:p>
          <a:p>
            <a:r>
              <a:rPr lang="en-US" dirty="0"/>
              <a:t>At the end of the message, combine both sums into a final checksum.</a:t>
            </a:r>
          </a:p>
          <a:p>
            <a:pPr lvl="1"/>
            <a:r>
              <a:rPr lang="en-US" dirty="0"/>
              <a:t>The two sums are concatenated to form a 16-bit (or 32-bit) checksum.</a:t>
            </a:r>
            <a:endParaRPr lang="en-IN" dirty="0"/>
          </a:p>
        </p:txBody>
      </p:sp>
    </p:spTree>
    <p:extLst>
      <p:ext uri="{BB962C8B-B14F-4D97-AF65-F5344CB8AC3E}">
        <p14:creationId xmlns:p14="http://schemas.microsoft.com/office/powerpoint/2010/main" val="231356986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E3A82-F68D-9EF1-CF20-43B5D1ED41B8}"/>
              </a:ext>
            </a:extLst>
          </p:cNvPr>
          <p:cNvSpPr>
            <a:spLocks noGrp="1"/>
          </p:cNvSpPr>
          <p:nvPr>
            <p:ph type="title"/>
          </p:nvPr>
        </p:nvSpPr>
        <p:spPr/>
        <p:txBody>
          <a:bodyPr/>
          <a:lstStyle/>
          <a:p>
            <a:r>
              <a:rPr lang="en-IN" dirty="0"/>
              <a:t>CRC (Cyclic Redundancy Check)</a:t>
            </a:r>
          </a:p>
        </p:txBody>
      </p:sp>
      <p:sp>
        <p:nvSpPr>
          <p:cNvPr id="3" name="Content Placeholder 2">
            <a:extLst>
              <a:ext uri="{FF2B5EF4-FFF2-40B4-BE49-F238E27FC236}">
                <a16:creationId xmlns:a16="http://schemas.microsoft.com/office/drawing/2014/main" id="{B93914BA-5B49-56FC-881F-A2639E22DF2A}"/>
              </a:ext>
            </a:extLst>
          </p:cNvPr>
          <p:cNvSpPr>
            <a:spLocks noGrp="1"/>
          </p:cNvSpPr>
          <p:nvPr>
            <p:ph idx="1"/>
          </p:nvPr>
        </p:nvSpPr>
        <p:spPr/>
        <p:txBody>
          <a:bodyPr>
            <a:normAutofit lnSpcReduction="10000"/>
          </a:bodyPr>
          <a:lstStyle/>
          <a:p>
            <a:r>
              <a:rPr lang="en-US" dirty="0"/>
              <a:t>Also known as a polynomial code</a:t>
            </a:r>
          </a:p>
          <a:p>
            <a:r>
              <a:rPr lang="en-US" dirty="0"/>
              <a:t>Polynomial codes are based upon treating bit strings as representations of polynomials with coefficients of 0 and 1 only.</a:t>
            </a:r>
          </a:p>
          <a:p>
            <a:r>
              <a:rPr lang="en-US" dirty="0"/>
              <a:t>A k-bit frame is regarded as the coefficient list for a polynomial with k terms, ranging from x</a:t>
            </a:r>
            <a:r>
              <a:rPr lang="en-US" baseline="30000" dirty="0"/>
              <a:t>k−1 </a:t>
            </a:r>
            <a:r>
              <a:rPr lang="en-US" dirty="0"/>
              <a:t>to x</a:t>
            </a:r>
            <a:r>
              <a:rPr lang="en-US" baseline="30000" dirty="0"/>
              <a:t>0</a:t>
            </a:r>
            <a:r>
              <a:rPr lang="en-US" dirty="0"/>
              <a:t>.</a:t>
            </a:r>
          </a:p>
          <a:p>
            <a:r>
              <a:rPr lang="en-US" dirty="0"/>
              <a:t>For example, 110001 has 6 bits and thus represents a six-term polynomial with coefficients 1, 1, 0, 0, 0, and 1: </a:t>
            </a:r>
          </a:p>
          <a:p>
            <a:pPr marL="0" indent="0">
              <a:buNone/>
            </a:pPr>
            <a:r>
              <a:rPr lang="en-US" dirty="0"/>
              <a:t>			1x</a:t>
            </a:r>
            <a:r>
              <a:rPr lang="en-US" baseline="30000" dirty="0"/>
              <a:t>5</a:t>
            </a:r>
            <a:r>
              <a:rPr lang="en-US" dirty="0"/>
              <a:t> + 1x</a:t>
            </a:r>
            <a:r>
              <a:rPr lang="en-US" baseline="30000" dirty="0"/>
              <a:t>4 </a:t>
            </a:r>
            <a:r>
              <a:rPr lang="en-US" dirty="0"/>
              <a:t>+ 0x</a:t>
            </a:r>
            <a:r>
              <a:rPr lang="en-US" baseline="30000" dirty="0"/>
              <a:t>3 </a:t>
            </a:r>
            <a:r>
              <a:rPr lang="en-US" dirty="0"/>
              <a:t>+ 0x</a:t>
            </a:r>
            <a:r>
              <a:rPr lang="en-US" baseline="30000" dirty="0"/>
              <a:t>2</a:t>
            </a:r>
            <a:r>
              <a:rPr lang="en-US" dirty="0"/>
              <a:t> + 0x</a:t>
            </a:r>
            <a:r>
              <a:rPr lang="en-US" baseline="30000" dirty="0"/>
              <a:t>1 </a:t>
            </a:r>
            <a:r>
              <a:rPr lang="en-US" dirty="0"/>
              <a:t>+ 1x</a:t>
            </a:r>
            <a:r>
              <a:rPr lang="en-US" baseline="30000" dirty="0"/>
              <a:t>0</a:t>
            </a:r>
            <a:r>
              <a:rPr lang="en-US" dirty="0"/>
              <a:t>.</a:t>
            </a:r>
          </a:p>
          <a:p>
            <a:r>
              <a:rPr lang="en-US" dirty="0"/>
              <a:t>Polynomial arithmetic is done modulo 2, according to the rules of algebraic field theory. </a:t>
            </a:r>
            <a:endParaRPr lang="en-IN" dirty="0"/>
          </a:p>
        </p:txBody>
      </p:sp>
    </p:spTree>
    <p:extLst>
      <p:ext uri="{BB962C8B-B14F-4D97-AF65-F5344CB8AC3E}">
        <p14:creationId xmlns:p14="http://schemas.microsoft.com/office/powerpoint/2010/main" val="29545178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06749-8653-4D7A-6B7D-CAFF8934C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55C73-E2A8-8541-1259-3C83E6818DBA}"/>
              </a:ext>
            </a:extLst>
          </p:cNvPr>
          <p:cNvSpPr>
            <a:spLocks noGrp="1"/>
          </p:cNvSpPr>
          <p:nvPr>
            <p:ph type="title"/>
          </p:nvPr>
        </p:nvSpPr>
        <p:spPr/>
        <p:txBody>
          <a:bodyPr/>
          <a:lstStyle/>
          <a:p>
            <a:r>
              <a:rPr lang="en-IN" dirty="0"/>
              <a:t>CRC (Cyclic Redundancy Check)</a:t>
            </a:r>
          </a:p>
        </p:txBody>
      </p:sp>
      <p:sp>
        <p:nvSpPr>
          <p:cNvPr id="3" name="Content Placeholder 2">
            <a:extLst>
              <a:ext uri="{FF2B5EF4-FFF2-40B4-BE49-F238E27FC236}">
                <a16:creationId xmlns:a16="http://schemas.microsoft.com/office/drawing/2014/main" id="{AE8A6545-F82B-6FC5-6782-077C302405C8}"/>
              </a:ext>
            </a:extLst>
          </p:cNvPr>
          <p:cNvSpPr>
            <a:spLocks noGrp="1"/>
          </p:cNvSpPr>
          <p:nvPr>
            <p:ph idx="1"/>
          </p:nvPr>
        </p:nvSpPr>
        <p:spPr>
          <a:xfrm>
            <a:off x="838200" y="1825624"/>
            <a:ext cx="10515600" cy="4758055"/>
          </a:xfrm>
        </p:spPr>
        <p:txBody>
          <a:bodyPr>
            <a:normAutofit/>
          </a:bodyPr>
          <a:lstStyle/>
          <a:p>
            <a:r>
              <a:rPr lang="en-US" dirty="0"/>
              <a:t>The sender and receiver must agree upon a generator polynomial, G(x), in advance. </a:t>
            </a:r>
          </a:p>
          <a:p>
            <a:r>
              <a:rPr lang="en-US" dirty="0"/>
              <a:t>Both the high-and low order bits of the generator must be 1. </a:t>
            </a:r>
          </a:p>
          <a:p>
            <a:r>
              <a:rPr lang="en-US" dirty="0"/>
              <a:t>The algorithm for computing the CRC is as follows: </a:t>
            </a:r>
          </a:p>
          <a:p>
            <a:pPr lvl="1"/>
            <a:r>
              <a:rPr lang="en-US" dirty="0"/>
              <a:t>1. Let r be the degree of G(x). Append r zero bits to the low-order end of the frame so it now contains m + r bits and corresponds to the polynomial </a:t>
            </a:r>
            <a:r>
              <a:rPr lang="en-US" dirty="0" err="1"/>
              <a:t>x</a:t>
            </a:r>
            <a:r>
              <a:rPr lang="en-US" baseline="30000" dirty="0" err="1"/>
              <a:t>r</a:t>
            </a:r>
            <a:r>
              <a:rPr lang="en-US" dirty="0" err="1"/>
              <a:t>M</a:t>
            </a:r>
            <a:r>
              <a:rPr lang="en-US" dirty="0"/>
              <a:t>(x). </a:t>
            </a:r>
          </a:p>
          <a:p>
            <a:pPr lvl="1"/>
            <a:r>
              <a:rPr lang="en-US" dirty="0"/>
              <a:t>2. Divide the bit string corresponding to G(x) into the bit string corresponding to </a:t>
            </a:r>
            <a:r>
              <a:rPr lang="en-US" dirty="0" err="1"/>
              <a:t>x</a:t>
            </a:r>
            <a:r>
              <a:rPr lang="en-US" baseline="30000" dirty="0" err="1"/>
              <a:t>r</a:t>
            </a:r>
            <a:r>
              <a:rPr lang="en-US" dirty="0" err="1"/>
              <a:t>M</a:t>
            </a:r>
            <a:r>
              <a:rPr lang="en-US" dirty="0"/>
              <a:t>(x), using modulo 2 division. </a:t>
            </a:r>
          </a:p>
          <a:p>
            <a:pPr lvl="1"/>
            <a:r>
              <a:rPr lang="en-US" dirty="0"/>
              <a:t>3. Subtract the remainder (which is always r or fewer bits) from the bit string corresponding to </a:t>
            </a:r>
            <a:r>
              <a:rPr lang="en-US" dirty="0" err="1"/>
              <a:t>x</a:t>
            </a:r>
            <a:r>
              <a:rPr lang="en-US" baseline="30000" dirty="0" err="1"/>
              <a:t>r</a:t>
            </a:r>
            <a:r>
              <a:rPr lang="en-US" dirty="0" err="1"/>
              <a:t>M</a:t>
            </a:r>
            <a:r>
              <a:rPr lang="en-US" dirty="0"/>
              <a:t>(x) using modulo 2 subtraction. The result is the </a:t>
            </a:r>
            <a:r>
              <a:rPr lang="en-US" dirty="0" err="1"/>
              <a:t>checksummed</a:t>
            </a:r>
            <a:r>
              <a:rPr lang="en-US" dirty="0"/>
              <a:t> frame to be transmitted. Call its polynomial T(x)</a:t>
            </a:r>
            <a:endParaRPr lang="en-IN" dirty="0"/>
          </a:p>
        </p:txBody>
      </p:sp>
    </p:spTree>
    <p:extLst>
      <p:ext uri="{BB962C8B-B14F-4D97-AF65-F5344CB8AC3E}">
        <p14:creationId xmlns:p14="http://schemas.microsoft.com/office/powerpoint/2010/main" val="6866043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2DB1E1-1D1B-E79B-98E4-40C6CFE099B0}"/>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A84B7271-ABB4-6F3A-86F4-6E624D94FA45}"/>
              </a:ext>
            </a:extLst>
          </p:cNvPr>
          <p:cNvSpPr>
            <a:spLocks noGrp="1"/>
          </p:cNvSpPr>
          <p:nvPr>
            <p:ph idx="1"/>
          </p:nvPr>
        </p:nvSpPr>
        <p:spPr/>
        <p:txBody>
          <a:bodyPr/>
          <a:lstStyle/>
          <a:p>
            <a:r>
              <a:rPr lang="en-US" dirty="0"/>
              <a:t>The calculation for a frame 1101011111 using the generator G(x) = x</a:t>
            </a:r>
            <a:r>
              <a:rPr lang="en-US" baseline="30000" dirty="0"/>
              <a:t>4</a:t>
            </a:r>
            <a:r>
              <a:rPr lang="en-US" dirty="0"/>
              <a:t> + x +1.</a:t>
            </a:r>
          </a:p>
          <a:p>
            <a:r>
              <a:rPr lang="en-US" dirty="0"/>
              <a:t>Step 1: Append 4 Zero as r = 4 in G(X). So codeword will be </a:t>
            </a:r>
            <a:r>
              <a:rPr lang="en-US" dirty="0" err="1"/>
              <a:t>x</a:t>
            </a:r>
            <a:r>
              <a:rPr lang="en-US" baseline="30000" dirty="0" err="1"/>
              <a:t>r</a:t>
            </a:r>
            <a:r>
              <a:rPr lang="en-US" dirty="0" err="1"/>
              <a:t>M</a:t>
            </a:r>
            <a:r>
              <a:rPr lang="en-US" dirty="0"/>
              <a:t>(x) = 11010111110000</a:t>
            </a:r>
          </a:p>
          <a:p>
            <a:r>
              <a:rPr lang="en-US" dirty="0"/>
              <a:t>Step : 2 Perform Division using Module 2 Subtraction, it will give remainder 10. </a:t>
            </a:r>
          </a:p>
          <a:p>
            <a:r>
              <a:rPr lang="en-US" dirty="0"/>
              <a:t>Step 3 : Subtract remainder from </a:t>
            </a:r>
            <a:r>
              <a:rPr lang="en-US" dirty="0" err="1"/>
              <a:t>x</a:t>
            </a:r>
            <a:r>
              <a:rPr lang="en-US" baseline="30000" dirty="0" err="1"/>
              <a:t>r</a:t>
            </a:r>
            <a:r>
              <a:rPr lang="en-US" dirty="0" err="1"/>
              <a:t>M</a:t>
            </a:r>
            <a:r>
              <a:rPr lang="en-US" dirty="0"/>
              <a:t>(x) for the code to transmit 11010111110010</a:t>
            </a:r>
          </a:p>
          <a:p>
            <a:endParaRPr lang="en-IN" dirty="0"/>
          </a:p>
        </p:txBody>
      </p:sp>
    </p:spTree>
    <p:extLst>
      <p:ext uri="{BB962C8B-B14F-4D97-AF65-F5344CB8AC3E}">
        <p14:creationId xmlns:p14="http://schemas.microsoft.com/office/powerpoint/2010/main" val="37091769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595E8-6FB0-9864-C696-3D7D041729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BAD6CC-36C5-DCA7-6D57-254665B7C1B1}"/>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572BEE8B-CFFB-CB0D-7833-578CB2F5AC03}"/>
              </a:ext>
            </a:extLst>
          </p:cNvPr>
          <p:cNvSpPr>
            <a:spLocks noGrp="1"/>
          </p:cNvSpPr>
          <p:nvPr>
            <p:ph idx="1"/>
          </p:nvPr>
        </p:nvSpPr>
        <p:spPr/>
        <p:txBody>
          <a:bodyPr/>
          <a:lstStyle/>
          <a:p>
            <a:r>
              <a:rPr lang="en-US" dirty="0"/>
              <a:t>The calculation for a frame 1101011111 using the generator G(x) = x</a:t>
            </a:r>
            <a:r>
              <a:rPr lang="en-US" baseline="30000" dirty="0"/>
              <a:t>4</a:t>
            </a:r>
            <a:r>
              <a:rPr lang="en-US" dirty="0"/>
              <a:t> + x +1.</a:t>
            </a:r>
          </a:p>
          <a:p>
            <a:r>
              <a:rPr lang="en-US" dirty="0"/>
              <a:t>Step 1: Append 4 Zero as r = 4 in G(X). So codeword will be </a:t>
            </a:r>
            <a:r>
              <a:rPr lang="en-US" dirty="0" err="1"/>
              <a:t>x</a:t>
            </a:r>
            <a:r>
              <a:rPr lang="en-US" baseline="30000" dirty="0" err="1"/>
              <a:t>r</a:t>
            </a:r>
            <a:r>
              <a:rPr lang="en-US" dirty="0" err="1"/>
              <a:t>M</a:t>
            </a:r>
            <a:r>
              <a:rPr lang="en-US" dirty="0"/>
              <a:t>(x) = 11010111110000</a:t>
            </a:r>
          </a:p>
          <a:p>
            <a:r>
              <a:rPr lang="en-US" dirty="0"/>
              <a:t>Step : 2 Perform Division using Module 2 Subtraction, it will give remainder 10. </a:t>
            </a:r>
          </a:p>
          <a:p>
            <a:r>
              <a:rPr lang="en-US" dirty="0"/>
              <a:t>Step 3 : Subtract remainder from </a:t>
            </a:r>
            <a:r>
              <a:rPr lang="en-US" dirty="0" err="1"/>
              <a:t>x</a:t>
            </a:r>
            <a:r>
              <a:rPr lang="en-US" baseline="30000" dirty="0" err="1"/>
              <a:t>r</a:t>
            </a:r>
            <a:r>
              <a:rPr lang="en-US" dirty="0" err="1"/>
              <a:t>M</a:t>
            </a:r>
            <a:r>
              <a:rPr lang="en-US" dirty="0"/>
              <a:t>(x) for the code to transmit 11010111110010</a:t>
            </a:r>
          </a:p>
          <a:p>
            <a:endParaRPr lang="en-IN" dirty="0"/>
          </a:p>
        </p:txBody>
      </p:sp>
    </p:spTree>
    <p:extLst>
      <p:ext uri="{BB962C8B-B14F-4D97-AF65-F5344CB8AC3E}">
        <p14:creationId xmlns:p14="http://schemas.microsoft.com/office/powerpoint/2010/main" val="1119634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C6B2B76-6375-425A-8961-D1D3EB8D7B00}"/>
              </a:ext>
            </a:extLst>
          </p:cNvPr>
          <p:cNvPicPr>
            <a:picLocks noChangeAspect="1"/>
          </p:cNvPicPr>
          <p:nvPr/>
        </p:nvPicPr>
        <p:blipFill>
          <a:blip r:embed="rId2"/>
          <a:stretch>
            <a:fillRect/>
          </a:stretch>
        </p:blipFill>
        <p:spPr>
          <a:xfrm>
            <a:off x="1577733" y="0"/>
            <a:ext cx="9036533" cy="6896306"/>
          </a:xfrm>
          <a:prstGeom prst="rect">
            <a:avLst/>
          </a:prstGeom>
        </p:spPr>
      </p:pic>
    </p:spTree>
    <p:extLst>
      <p:ext uri="{BB962C8B-B14F-4D97-AF65-F5344CB8AC3E}">
        <p14:creationId xmlns:p14="http://schemas.microsoft.com/office/powerpoint/2010/main" val="33758317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5DF4E-D5D6-ED18-F0DE-A6D2FDFFA745}"/>
              </a:ext>
            </a:extLst>
          </p:cNvPr>
          <p:cNvSpPr>
            <a:spLocks noGrp="1"/>
          </p:cNvSpPr>
          <p:nvPr>
            <p:ph type="title"/>
          </p:nvPr>
        </p:nvSpPr>
        <p:spPr/>
        <p:txBody>
          <a:bodyPr/>
          <a:lstStyle/>
          <a:p>
            <a:r>
              <a:rPr lang="en-IN" dirty="0"/>
              <a:t>ELEMENTARY DATA LINK PROTOCOLS</a:t>
            </a:r>
          </a:p>
        </p:txBody>
      </p:sp>
      <p:sp>
        <p:nvSpPr>
          <p:cNvPr id="3" name="Content Placeholder 2">
            <a:extLst>
              <a:ext uri="{FF2B5EF4-FFF2-40B4-BE49-F238E27FC236}">
                <a16:creationId xmlns:a16="http://schemas.microsoft.com/office/drawing/2014/main" id="{256618F5-971A-6ABB-28F1-147EB158FD16}"/>
              </a:ext>
            </a:extLst>
          </p:cNvPr>
          <p:cNvSpPr>
            <a:spLocks noGrp="1"/>
          </p:cNvSpPr>
          <p:nvPr>
            <p:ph idx="1"/>
          </p:nvPr>
        </p:nvSpPr>
        <p:spPr/>
        <p:txBody>
          <a:bodyPr/>
          <a:lstStyle/>
          <a:p>
            <a:r>
              <a:rPr lang="en-US" dirty="0"/>
              <a:t>The physical layer process and some of the data link layer process run on dedicate hardware called a NIC (Network Interface Card).</a:t>
            </a:r>
          </a:p>
          <a:p>
            <a:r>
              <a:rPr lang="en-US" dirty="0"/>
              <a:t>The rest of the link layer process and the network layer process run on the main CPU as part of the operating system, with the soft ware for the link layer process often taking the form of a device driver.</a:t>
            </a:r>
          </a:p>
          <a:p>
            <a:r>
              <a:rPr lang="en-US" dirty="0"/>
              <a:t>A is assumed to have an infinite supply of data ready to send and never has to wait for data to be produced. </a:t>
            </a:r>
          </a:p>
          <a:p>
            <a:r>
              <a:rPr lang="en-US" dirty="0"/>
              <a:t>Instead, when A’s data link layer asks for data, the network layer is al ways able to comply immediately.</a:t>
            </a:r>
            <a:endParaRPr lang="en-IN" dirty="0"/>
          </a:p>
        </p:txBody>
      </p:sp>
    </p:spTree>
    <p:extLst>
      <p:ext uri="{BB962C8B-B14F-4D97-AF65-F5344CB8AC3E}">
        <p14:creationId xmlns:p14="http://schemas.microsoft.com/office/powerpoint/2010/main" val="7892102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22B66-BB8D-86EA-8AC7-B24A41FDFA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C093E-B032-C58F-983C-34AA5889CC74}"/>
              </a:ext>
            </a:extLst>
          </p:cNvPr>
          <p:cNvSpPr>
            <a:spLocks noGrp="1"/>
          </p:cNvSpPr>
          <p:nvPr>
            <p:ph type="title"/>
          </p:nvPr>
        </p:nvSpPr>
        <p:spPr/>
        <p:txBody>
          <a:bodyPr/>
          <a:lstStyle/>
          <a:p>
            <a:r>
              <a:rPr lang="en-IN" dirty="0"/>
              <a:t>ELEMENTARY DATA LINK PROTOCOLS</a:t>
            </a:r>
          </a:p>
        </p:txBody>
      </p:sp>
      <p:sp>
        <p:nvSpPr>
          <p:cNvPr id="3" name="Content Placeholder 2">
            <a:extLst>
              <a:ext uri="{FF2B5EF4-FFF2-40B4-BE49-F238E27FC236}">
                <a16:creationId xmlns:a16="http://schemas.microsoft.com/office/drawing/2014/main" id="{9B20CD46-FFE0-8F1B-B901-FB72D2C97A46}"/>
              </a:ext>
            </a:extLst>
          </p:cNvPr>
          <p:cNvSpPr>
            <a:spLocks noGrp="1"/>
          </p:cNvSpPr>
          <p:nvPr>
            <p:ph idx="1"/>
          </p:nvPr>
        </p:nvSpPr>
        <p:spPr>
          <a:xfrm>
            <a:off x="838200" y="1825625"/>
            <a:ext cx="10515600" cy="4667250"/>
          </a:xfrm>
        </p:spPr>
        <p:txBody>
          <a:bodyPr>
            <a:normAutofit/>
          </a:bodyPr>
          <a:lstStyle/>
          <a:p>
            <a:r>
              <a:rPr lang="en-US" dirty="0"/>
              <a:t>We also assume that machines do not crash.</a:t>
            </a:r>
          </a:p>
          <a:p>
            <a:r>
              <a:rPr lang="en-US" dirty="0"/>
              <a:t>The packet passed across the inter face to it data link layer from the network layer is pure data, whose every bit is to be delivered to the destination’s network layer.</a:t>
            </a:r>
          </a:p>
          <a:p>
            <a:r>
              <a:rPr lang="en-US" dirty="0"/>
              <a:t>Initially, the receiver has nothing to do. It just sits around waiting for some thing to happen.</a:t>
            </a:r>
          </a:p>
          <a:p>
            <a:r>
              <a:rPr lang="en-US" dirty="0"/>
              <a:t>The data link layer is waiting for something to happen by the procedure call</a:t>
            </a:r>
          </a:p>
          <a:p>
            <a:r>
              <a:rPr lang="en-IN" dirty="0"/>
              <a:t>When a frame is received from Physical Layer, the checksum is recomputed.</a:t>
            </a:r>
          </a:p>
        </p:txBody>
      </p:sp>
    </p:spTree>
    <p:extLst>
      <p:ext uri="{BB962C8B-B14F-4D97-AF65-F5344CB8AC3E}">
        <p14:creationId xmlns:p14="http://schemas.microsoft.com/office/powerpoint/2010/main" val="6156226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A6C3F-8F50-B6D8-F8FF-93DA424E1C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D26CA7-097B-1A6D-62D2-61D889397DF9}"/>
              </a:ext>
            </a:extLst>
          </p:cNvPr>
          <p:cNvSpPr>
            <a:spLocks noGrp="1"/>
          </p:cNvSpPr>
          <p:nvPr>
            <p:ph type="title"/>
          </p:nvPr>
        </p:nvSpPr>
        <p:spPr/>
        <p:txBody>
          <a:bodyPr/>
          <a:lstStyle/>
          <a:p>
            <a:r>
              <a:rPr lang="en-IN" dirty="0"/>
              <a:t>ELEMENTARY DATA LINK PROTOCOLS</a:t>
            </a:r>
          </a:p>
        </p:txBody>
      </p:sp>
      <p:sp>
        <p:nvSpPr>
          <p:cNvPr id="3" name="Content Placeholder 2">
            <a:extLst>
              <a:ext uri="{FF2B5EF4-FFF2-40B4-BE49-F238E27FC236}">
                <a16:creationId xmlns:a16="http://schemas.microsoft.com/office/drawing/2014/main" id="{F2636D27-0C52-20A4-FC1D-4589900ED98C}"/>
              </a:ext>
            </a:extLst>
          </p:cNvPr>
          <p:cNvSpPr>
            <a:spLocks noGrp="1"/>
          </p:cNvSpPr>
          <p:nvPr>
            <p:ph idx="1"/>
          </p:nvPr>
        </p:nvSpPr>
        <p:spPr>
          <a:xfrm>
            <a:off x="838200" y="1825625"/>
            <a:ext cx="10515600" cy="4667250"/>
          </a:xfrm>
        </p:spPr>
        <p:txBody>
          <a:bodyPr>
            <a:normAutofit/>
          </a:bodyPr>
          <a:lstStyle/>
          <a:p>
            <a:r>
              <a:rPr lang="en-US" dirty="0"/>
              <a:t>As soon as the receiving data link layer has acquired an undamaged frame, passes the packet portion to the network layer. </a:t>
            </a:r>
          </a:p>
          <a:p>
            <a:r>
              <a:rPr lang="en-US" dirty="0"/>
              <a:t>Under no circumstances is a frame header ever given to a network layer.</a:t>
            </a:r>
          </a:p>
          <a:p>
            <a:r>
              <a:rPr lang="en-US" dirty="0"/>
              <a:t>A frame is composed of four fields: kind, seq, ack, and info, the first three of which contain control information and the last of which may contain actual data to be transferred. </a:t>
            </a:r>
          </a:p>
          <a:p>
            <a:r>
              <a:rPr lang="en-US" dirty="0"/>
              <a:t>These control fields are collectively called the frame header.</a:t>
            </a:r>
            <a:endParaRPr lang="en-IN" dirty="0"/>
          </a:p>
        </p:txBody>
      </p:sp>
    </p:spTree>
    <p:extLst>
      <p:ext uri="{BB962C8B-B14F-4D97-AF65-F5344CB8AC3E}">
        <p14:creationId xmlns:p14="http://schemas.microsoft.com/office/powerpoint/2010/main" val="19408926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C1883-D721-5B35-9C9F-BD53236DE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A9E91-7357-3E5A-4610-3B6E6992CBED}"/>
              </a:ext>
            </a:extLst>
          </p:cNvPr>
          <p:cNvSpPr>
            <a:spLocks noGrp="1"/>
          </p:cNvSpPr>
          <p:nvPr>
            <p:ph type="title"/>
          </p:nvPr>
        </p:nvSpPr>
        <p:spPr/>
        <p:txBody>
          <a:bodyPr/>
          <a:lstStyle/>
          <a:p>
            <a:r>
              <a:rPr lang="en-IN" dirty="0"/>
              <a:t>ELEMENTARY DATA LINK PROTOCOLS</a:t>
            </a:r>
          </a:p>
        </p:txBody>
      </p:sp>
      <p:sp>
        <p:nvSpPr>
          <p:cNvPr id="3" name="Content Placeholder 2">
            <a:extLst>
              <a:ext uri="{FF2B5EF4-FFF2-40B4-BE49-F238E27FC236}">
                <a16:creationId xmlns:a16="http://schemas.microsoft.com/office/drawing/2014/main" id="{F5A4A8F6-2011-786B-B6EE-70DAFA5B54C9}"/>
              </a:ext>
            </a:extLst>
          </p:cNvPr>
          <p:cNvSpPr>
            <a:spLocks noGrp="1"/>
          </p:cNvSpPr>
          <p:nvPr>
            <p:ph idx="1"/>
          </p:nvPr>
        </p:nvSpPr>
        <p:spPr>
          <a:xfrm>
            <a:off x="838200" y="1825625"/>
            <a:ext cx="10515600" cy="4667250"/>
          </a:xfrm>
        </p:spPr>
        <p:txBody>
          <a:bodyPr>
            <a:normAutofit fontScale="92500" lnSpcReduction="10000"/>
          </a:bodyPr>
          <a:lstStyle/>
          <a:p>
            <a:pPr algn="just"/>
            <a:r>
              <a:rPr lang="en-US" dirty="0"/>
              <a:t>The kind field tells whether there are any data in the frame.</a:t>
            </a:r>
          </a:p>
          <a:p>
            <a:pPr algn="just"/>
            <a:r>
              <a:rPr lang="en-US" dirty="0"/>
              <a:t> Some of the protocols distinguish frames containing only control information from those containing data as well. </a:t>
            </a:r>
          </a:p>
          <a:p>
            <a:pPr algn="just"/>
            <a:r>
              <a:rPr lang="en-US" dirty="0"/>
              <a:t>The seq and ack fields are used for sequence numbers and acknowledgements.</a:t>
            </a:r>
          </a:p>
          <a:p>
            <a:pPr algn="just"/>
            <a:r>
              <a:rPr lang="en-US" dirty="0"/>
              <a:t>Frame sequence numbers are always in the range 0 to MAX SEQ (inclusive), where MAX SEQ is different for the different protocols. advance a sequence number by 1 circularly</a:t>
            </a:r>
          </a:p>
          <a:p>
            <a:pPr algn="just"/>
            <a:r>
              <a:rPr lang="en-US" dirty="0"/>
              <a:t>The info field of a data frame contains a single packet, may be variable length field or not. </a:t>
            </a:r>
          </a:p>
          <a:p>
            <a:pPr algn="just"/>
            <a:r>
              <a:rPr lang="en-US" dirty="0"/>
              <a:t>In most of the protocols, we assume that the channel is unreliable and loses entire frames upon occasion.</a:t>
            </a:r>
            <a:endParaRPr lang="en-IN" dirty="0"/>
          </a:p>
        </p:txBody>
      </p:sp>
    </p:spTree>
    <p:extLst>
      <p:ext uri="{BB962C8B-B14F-4D97-AF65-F5344CB8AC3E}">
        <p14:creationId xmlns:p14="http://schemas.microsoft.com/office/powerpoint/2010/main" val="382101639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8361B-9AED-BC32-4873-E54D305E2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C3986-89A6-92CB-24E2-E5342911C54B}"/>
              </a:ext>
            </a:extLst>
          </p:cNvPr>
          <p:cNvSpPr>
            <a:spLocks noGrp="1"/>
          </p:cNvSpPr>
          <p:nvPr>
            <p:ph type="title"/>
          </p:nvPr>
        </p:nvSpPr>
        <p:spPr/>
        <p:txBody>
          <a:bodyPr/>
          <a:lstStyle/>
          <a:p>
            <a:r>
              <a:rPr lang="en-IN" dirty="0"/>
              <a:t>ELEMENTARY DATA LINK PROTOCOLS</a:t>
            </a:r>
          </a:p>
        </p:txBody>
      </p:sp>
      <p:sp>
        <p:nvSpPr>
          <p:cNvPr id="3" name="Content Placeholder 2">
            <a:extLst>
              <a:ext uri="{FF2B5EF4-FFF2-40B4-BE49-F238E27FC236}">
                <a16:creationId xmlns:a16="http://schemas.microsoft.com/office/drawing/2014/main" id="{AFFD1775-5ABE-A8BD-2683-C74225D19C14}"/>
              </a:ext>
            </a:extLst>
          </p:cNvPr>
          <p:cNvSpPr>
            <a:spLocks noGrp="1"/>
          </p:cNvSpPr>
          <p:nvPr>
            <p:ph idx="1"/>
          </p:nvPr>
        </p:nvSpPr>
        <p:spPr>
          <a:xfrm>
            <a:off x="838200" y="1825625"/>
            <a:ext cx="10515600" cy="4667250"/>
          </a:xfrm>
        </p:spPr>
        <p:txBody>
          <a:bodyPr>
            <a:normAutofit/>
          </a:bodyPr>
          <a:lstStyle/>
          <a:p>
            <a:r>
              <a:rPr lang="en-US" dirty="0"/>
              <a:t>To be able to recover from such calamities, the sending data link layer must start an internal timer or clock whenever it sends a frame. </a:t>
            </a:r>
          </a:p>
          <a:p>
            <a:r>
              <a:rPr lang="en-US" dirty="0"/>
              <a:t>If no reply has been received within a certain predetermined time interval, the clock times out and the data link layer receives an interrupt signal.</a:t>
            </a:r>
            <a:endParaRPr lang="en-IN" dirty="0"/>
          </a:p>
        </p:txBody>
      </p:sp>
    </p:spTree>
    <p:extLst>
      <p:ext uri="{BB962C8B-B14F-4D97-AF65-F5344CB8AC3E}">
        <p14:creationId xmlns:p14="http://schemas.microsoft.com/office/powerpoint/2010/main" val="16269469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9EE80-3C54-E7E4-6AB7-9D46D31D0964}"/>
              </a:ext>
            </a:extLst>
          </p:cNvPr>
          <p:cNvSpPr>
            <a:spLocks noGrp="1"/>
          </p:cNvSpPr>
          <p:nvPr>
            <p:ph type="title"/>
          </p:nvPr>
        </p:nvSpPr>
        <p:spPr/>
        <p:txBody>
          <a:bodyPr/>
          <a:lstStyle/>
          <a:p>
            <a:r>
              <a:rPr lang="en-IN" dirty="0"/>
              <a:t>Utopian Simplex Protocol</a:t>
            </a:r>
          </a:p>
        </p:txBody>
      </p:sp>
      <p:sp>
        <p:nvSpPr>
          <p:cNvPr id="3" name="Content Placeholder 2">
            <a:extLst>
              <a:ext uri="{FF2B5EF4-FFF2-40B4-BE49-F238E27FC236}">
                <a16:creationId xmlns:a16="http://schemas.microsoft.com/office/drawing/2014/main" id="{4B7C7795-D633-F82E-A605-AC1B7F18198A}"/>
              </a:ext>
            </a:extLst>
          </p:cNvPr>
          <p:cNvSpPr>
            <a:spLocks noGrp="1"/>
          </p:cNvSpPr>
          <p:nvPr>
            <p:ph idx="1"/>
          </p:nvPr>
        </p:nvSpPr>
        <p:spPr/>
        <p:txBody>
          <a:bodyPr/>
          <a:lstStyle/>
          <a:p>
            <a:r>
              <a:rPr lang="en-US" dirty="0"/>
              <a:t> It does not worry about the possibility of anything going wrong.</a:t>
            </a:r>
          </a:p>
          <a:p>
            <a:r>
              <a:rPr lang="en-US" dirty="0"/>
              <a:t>Data are transmitted in one direction only. </a:t>
            </a:r>
          </a:p>
          <a:p>
            <a:r>
              <a:rPr lang="en-US" dirty="0"/>
              <a:t>Both the transmitting and receiving network layers are always ready. Processing time can be ignored. </a:t>
            </a:r>
          </a:p>
          <a:p>
            <a:r>
              <a:rPr lang="en-US" dirty="0"/>
              <a:t>Infinite buffer space is available. </a:t>
            </a:r>
          </a:p>
          <a:p>
            <a:r>
              <a:rPr lang="en-US" dirty="0"/>
              <a:t>And best of all, the communication channel between the data link layers never damages or loses frames. </a:t>
            </a:r>
          </a:p>
          <a:p>
            <a:r>
              <a:rPr lang="en-US" dirty="0"/>
              <a:t>This thoroughly unrealistic protocol</a:t>
            </a:r>
            <a:endParaRPr lang="en-IN" dirty="0"/>
          </a:p>
        </p:txBody>
      </p:sp>
    </p:spTree>
    <p:extLst>
      <p:ext uri="{BB962C8B-B14F-4D97-AF65-F5344CB8AC3E}">
        <p14:creationId xmlns:p14="http://schemas.microsoft.com/office/powerpoint/2010/main" val="38157304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4C0DC-BEAE-CA56-53CC-E11EC8EE68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CE95AC-2F55-3082-36CD-DD3DBC35FAA9}"/>
              </a:ext>
            </a:extLst>
          </p:cNvPr>
          <p:cNvSpPr>
            <a:spLocks noGrp="1"/>
          </p:cNvSpPr>
          <p:nvPr>
            <p:ph type="title"/>
          </p:nvPr>
        </p:nvSpPr>
        <p:spPr/>
        <p:txBody>
          <a:bodyPr/>
          <a:lstStyle/>
          <a:p>
            <a:r>
              <a:rPr lang="en-IN" dirty="0"/>
              <a:t>Utopian Simplex Protocol</a:t>
            </a:r>
          </a:p>
        </p:txBody>
      </p:sp>
      <p:sp>
        <p:nvSpPr>
          <p:cNvPr id="3" name="Content Placeholder 2">
            <a:extLst>
              <a:ext uri="{FF2B5EF4-FFF2-40B4-BE49-F238E27FC236}">
                <a16:creationId xmlns:a16="http://schemas.microsoft.com/office/drawing/2014/main" id="{DDD541E4-EE86-A308-BBF5-08CC42C444DA}"/>
              </a:ext>
            </a:extLst>
          </p:cNvPr>
          <p:cNvSpPr>
            <a:spLocks noGrp="1"/>
          </p:cNvSpPr>
          <p:nvPr>
            <p:ph idx="1"/>
          </p:nvPr>
        </p:nvSpPr>
        <p:spPr/>
        <p:txBody>
          <a:bodyPr/>
          <a:lstStyle/>
          <a:p>
            <a:r>
              <a:rPr lang="en-US" dirty="0"/>
              <a:t>The protocol consists of two distinct procedures, a sender and a receiver. </a:t>
            </a:r>
          </a:p>
          <a:p>
            <a:r>
              <a:rPr lang="en-US" dirty="0"/>
              <a:t>The sender runs in the data link layer of the source machine, and the receiver runs in the data link layer of the destination machine. </a:t>
            </a:r>
          </a:p>
          <a:p>
            <a:r>
              <a:rPr lang="en-US" dirty="0"/>
              <a:t>No sequence numbers or acknowledgements are used here</a:t>
            </a:r>
            <a:endParaRPr lang="en-IN" dirty="0"/>
          </a:p>
        </p:txBody>
      </p:sp>
    </p:spTree>
    <p:extLst>
      <p:ext uri="{BB962C8B-B14F-4D97-AF65-F5344CB8AC3E}">
        <p14:creationId xmlns:p14="http://schemas.microsoft.com/office/powerpoint/2010/main" val="339986722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4F08F-803F-288A-E4DC-9DBB98B7ED79}"/>
              </a:ext>
            </a:extLst>
          </p:cNvPr>
          <p:cNvSpPr>
            <a:spLocks noGrp="1"/>
          </p:cNvSpPr>
          <p:nvPr>
            <p:ph type="title"/>
          </p:nvPr>
        </p:nvSpPr>
        <p:spPr/>
        <p:txBody>
          <a:bodyPr/>
          <a:lstStyle/>
          <a:p>
            <a:r>
              <a:rPr lang="en-US" dirty="0"/>
              <a:t>A Simplex Stop-and-Wait Protocol for an Error-Free Channel</a:t>
            </a:r>
            <a:endParaRPr lang="en-IN" dirty="0"/>
          </a:p>
        </p:txBody>
      </p:sp>
      <p:sp>
        <p:nvSpPr>
          <p:cNvPr id="3" name="Content Placeholder 2">
            <a:extLst>
              <a:ext uri="{FF2B5EF4-FFF2-40B4-BE49-F238E27FC236}">
                <a16:creationId xmlns:a16="http://schemas.microsoft.com/office/drawing/2014/main" id="{FF12AAB8-0508-454E-82E9-190A023A4162}"/>
              </a:ext>
            </a:extLst>
          </p:cNvPr>
          <p:cNvSpPr>
            <a:spLocks noGrp="1"/>
          </p:cNvSpPr>
          <p:nvPr>
            <p:ph idx="1"/>
          </p:nvPr>
        </p:nvSpPr>
        <p:spPr/>
        <p:txBody>
          <a:bodyPr>
            <a:normAutofit/>
          </a:bodyPr>
          <a:lstStyle/>
          <a:p>
            <a:r>
              <a:rPr lang="en-US" dirty="0"/>
              <a:t>Tackles the problem of preventing the sender from flooding the receiver with frames faster than the latter is able to process them.</a:t>
            </a:r>
          </a:p>
          <a:p>
            <a:r>
              <a:rPr lang="en-US" dirty="0"/>
              <a:t>The communication channel is still assumed to be error free, however, and  A half duplex physical channel would suffice here.</a:t>
            </a:r>
          </a:p>
          <a:p>
            <a:r>
              <a:rPr lang="en-US" dirty="0"/>
              <a:t>One solution is to build the receiver to be powerful enough to process a continuous stream of back-to-back frames.</a:t>
            </a:r>
          </a:p>
          <a:p>
            <a:r>
              <a:rPr lang="en-US" dirty="0"/>
              <a:t>It must have sufficient buffering and processing abilities to run at the line rate and must be able to pass the frames that are received to the network layer quickly enough.</a:t>
            </a:r>
            <a:endParaRPr lang="en-IN" dirty="0"/>
          </a:p>
        </p:txBody>
      </p:sp>
    </p:spTree>
    <p:extLst>
      <p:ext uri="{BB962C8B-B14F-4D97-AF65-F5344CB8AC3E}">
        <p14:creationId xmlns:p14="http://schemas.microsoft.com/office/powerpoint/2010/main" val="1456933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15C05-D71E-8D45-16C5-CD7882C73A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15A0B8-E95C-9270-D027-7F73EBD054E7}"/>
              </a:ext>
            </a:extLst>
          </p:cNvPr>
          <p:cNvSpPr>
            <a:spLocks noGrp="1"/>
          </p:cNvSpPr>
          <p:nvPr>
            <p:ph type="title"/>
          </p:nvPr>
        </p:nvSpPr>
        <p:spPr/>
        <p:txBody>
          <a:bodyPr/>
          <a:lstStyle/>
          <a:p>
            <a:r>
              <a:rPr lang="en-US" dirty="0"/>
              <a:t>A Simplex Stop-and-Wait Protocol for an Error-Free Channel</a:t>
            </a:r>
            <a:endParaRPr lang="en-IN" dirty="0"/>
          </a:p>
        </p:txBody>
      </p:sp>
      <p:sp>
        <p:nvSpPr>
          <p:cNvPr id="3" name="Content Placeholder 2">
            <a:extLst>
              <a:ext uri="{FF2B5EF4-FFF2-40B4-BE49-F238E27FC236}">
                <a16:creationId xmlns:a16="http://schemas.microsoft.com/office/drawing/2014/main" id="{F97F1110-30BE-9F94-1F49-D8A5DE996A3F}"/>
              </a:ext>
            </a:extLst>
          </p:cNvPr>
          <p:cNvSpPr>
            <a:spLocks noGrp="1"/>
          </p:cNvSpPr>
          <p:nvPr>
            <p:ph idx="1"/>
          </p:nvPr>
        </p:nvSpPr>
        <p:spPr/>
        <p:txBody>
          <a:bodyPr/>
          <a:lstStyle/>
          <a:p>
            <a:r>
              <a:rPr lang="en-US" dirty="0"/>
              <a:t>It requires dedicated hardware and can be wasteful of resources if the utilization of the link is mostly low.</a:t>
            </a:r>
          </a:p>
          <a:p>
            <a:r>
              <a:rPr lang="en-US" dirty="0"/>
              <a:t>A more general solution to this problem is to have the receiver provide feed back to the sender.</a:t>
            </a:r>
          </a:p>
          <a:p>
            <a:r>
              <a:rPr lang="en-US" dirty="0"/>
              <a:t>After having passed a packet to its network layer, the receiver sends a little dummy frame back to the sender which, in effect, gives the sender permission to transmit the next frame..</a:t>
            </a:r>
          </a:p>
          <a:p>
            <a:r>
              <a:rPr lang="en-US" dirty="0"/>
              <a:t>After having sent a frame, the sender is required by the protocol to bide its time until the little dummy (i.e., acknowledge </a:t>
            </a:r>
            <a:r>
              <a:rPr lang="en-US" dirty="0" err="1"/>
              <a:t>ment</a:t>
            </a:r>
            <a:r>
              <a:rPr lang="en-US" dirty="0"/>
              <a:t>) frame arrives. This delay is a simple example of a flow control protocol.</a:t>
            </a:r>
            <a:endParaRPr lang="en-IN" dirty="0"/>
          </a:p>
        </p:txBody>
      </p:sp>
    </p:spTree>
    <p:extLst>
      <p:ext uri="{BB962C8B-B14F-4D97-AF65-F5344CB8AC3E}">
        <p14:creationId xmlns:p14="http://schemas.microsoft.com/office/powerpoint/2010/main" val="4612380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05761-A6A2-DE0C-AA60-3B1990693485}"/>
              </a:ext>
            </a:extLst>
          </p:cNvPr>
          <p:cNvSpPr>
            <a:spLocks noGrp="1"/>
          </p:cNvSpPr>
          <p:nvPr>
            <p:ph type="title"/>
          </p:nvPr>
        </p:nvSpPr>
        <p:spPr/>
        <p:txBody>
          <a:bodyPr/>
          <a:lstStyle/>
          <a:p>
            <a:r>
              <a:rPr lang="en-US" dirty="0"/>
              <a:t>A Simplex Stop-and-Wait Protocol for an Error-Free Channel</a:t>
            </a:r>
            <a:endParaRPr lang="en-IN" dirty="0"/>
          </a:p>
        </p:txBody>
      </p:sp>
      <p:sp>
        <p:nvSpPr>
          <p:cNvPr id="3" name="Content Placeholder 2">
            <a:extLst>
              <a:ext uri="{FF2B5EF4-FFF2-40B4-BE49-F238E27FC236}">
                <a16:creationId xmlns:a16="http://schemas.microsoft.com/office/drawing/2014/main" id="{DFB9BE1B-A13A-6C7A-CBD9-F80BA3643A14}"/>
              </a:ext>
            </a:extLst>
          </p:cNvPr>
          <p:cNvSpPr>
            <a:spLocks noGrp="1"/>
          </p:cNvSpPr>
          <p:nvPr>
            <p:ph idx="1"/>
          </p:nvPr>
        </p:nvSpPr>
        <p:spPr>
          <a:xfrm>
            <a:off x="883297" y="1690688"/>
            <a:ext cx="10515600" cy="4351338"/>
          </a:xfrm>
        </p:spPr>
        <p:txBody>
          <a:bodyPr/>
          <a:lstStyle/>
          <a:p>
            <a:r>
              <a:rPr lang="en-US" dirty="0"/>
              <a:t>Protocols in which the sender sends one frame and then waits for an acknowledgement before proceeding are called stop-and-wait.</a:t>
            </a:r>
          </a:p>
          <a:p>
            <a:r>
              <a:rPr lang="en-US" dirty="0"/>
              <a:t>The incoming frame is always an acknowledgement.</a:t>
            </a:r>
            <a:endParaRPr lang="en-IN" dirty="0"/>
          </a:p>
        </p:txBody>
      </p:sp>
      <p:grpSp>
        <p:nvGrpSpPr>
          <p:cNvPr id="26" name="Group 25">
            <a:extLst>
              <a:ext uri="{FF2B5EF4-FFF2-40B4-BE49-F238E27FC236}">
                <a16:creationId xmlns:a16="http://schemas.microsoft.com/office/drawing/2014/main" id="{F8965A2F-D262-42ED-6CD8-715CF93F0566}"/>
              </a:ext>
            </a:extLst>
          </p:cNvPr>
          <p:cNvGrpSpPr/>
          <p:nvPr/>
        </p:nvGrpSpPr>
        <p:grpSpPr>
          <a:xfrm>
            <a:off x="3998166" y="3280516"/>
            <a:ext cx="3884644" cy="3283310"/>
            <a:chOff x="2915816" y="3088432"/>
            <a:chExt cx="3884644" cy="3283310"/>
          </a:xfrm>
        </p:grpSpPr>
        <p:cxnSp>
          <p:nvCxnSpPr>
            <p:cNvPr id="5" name="Straight Connector 4">
              <a:extLst>
                <a:ext uri="{FF2B5EF4-FFF2-40B4-BE49-F238E27FC236}">
                  <a16:creationId xmlns:a16="http://schemas.microsoft.com/office/drawing/2014/main" id="{D17F928C-99DB-6ECC-5DD8-DCBCBB0FD883}"/>
                </a:ext>
              </a:extLst>
            </p:cNvPr>
            <p:cNvCxnSpPr>
              <a:cxnSpLocks/>
            </p:cNvCxnSpPr>
            <p:nvPr/>
          </p:nvCxnSpPr>
          <p:spPr>
            <a:xfrm>
              <a:off x="3433665" y="3088432"/>
              <a:ext cx="0" cy="2799184"/>
            </a:xfrm>
            <a:prstGeom prst="line">
              <a:avLst/>
            </a:prstGeom>
            <a:ln w="57150">
              <a:solidFill>
                <a:schemeClr val="accent1">
                  <a:lumMod val="50000"/>
                </a:schemeClr>
              </a:solidFill>
            </a:ln>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276955CA-25DC-D0B7-6E17-00062A668DDA}"/>
                </a:ext>
              </a:extLst>
            </p:cNvPr>
            <p:cNvCxnSpPr>
              <a:cxnSpLocks/>
            </p:cNvCxnSpPr>
            <p:nvPr/>
          </p:nvCxnSpPr>
          <p:spPr>
            <a:xfrm>
              <a:off x="6282612" y="3088432"/>
              <a:ext cx="0" cy="2799184"/>
            </a:xfrm>
            <a:prstGeom prst="line">
              <a:avLst/>
            </a:prstGeom>
            <a:ln w="57150">
              <a:solidFill>
                <a:schemeClr val="accent1">
                  <a:lumMod val="50000"/>
                </a:schemeClr>
              </a:solidFill>
            </a:ln>
          </p:spPr>
          <p:style>
            <a:lnRef idx="3">
              <a:schemeClr val="dk1"/>
            </a:lnRef>
            <a:fillRef idx="0">
              <a:schemeClr val="dk1"/>
            </a:fillRef>
            <a:effectRef idx="2">
              <a:schemeClr val="dk1"/>
            </a:effectRef>
            <a:fontRef idx="minor">
              <a:schemeClr val="tx1"/>
            </a:fontRef>
          </p:style>
        </p:cxnSp>
        <p:sp>
          <p:nvSpPr>
            <p:cNvPr id="19" name="TextBox 18">
              <a:extLst>
                <a:ext uri="{FF2B5EF4-FFF2-40B4-BE49-F238E27FC236}">
                  <a16:creationId xmlns:a16="http://schemas.microsoft.com/office/drawing/2014/main" id="{7A570DA8-462B-E7D4-7CB3-9309586EC3D4}"/>
                </a:ext>
              </a:extLst>
            </p:cNvPr>
            <p:cNvSpPr txBox="1"/>
            <p:nvPr/>
          </p:nvSpPr>
          <p:spPr>
            <a:xfrm>
              <a:off x="2915816" y="6002410"/>
              <a:ext cx="1035697" cy="369332"/>
            </a:xfrm>
            <a:prstGeom prst="rect">
              <a:avLst/>
            </a:prstGeom>
            <a:noFill/>
          </p:spPr>
          <p:txBody>
            <a:bodyPr wrap="square" rtlCol="0">
              <a:spAutoFit/>
            </a:bodyPr>
            <a:lstStyle/>
            <a:p>
              <a:pPr algn="ctr"/>
              <a:r>
                <a:rPr lang="en-IN" dirty="0"/>
                <a:t>Sender</a:t>
              </a:r>
            </a:p>
          </p:txBody>
        </p:sp>
        <p:sp>
          <p:nvSpPr>
            <p:cNvPr id="20" name="TextBox 19">
              <a:extLst>
                <a:ext uri="{FF2B5EF4-FFF2-40B4-BE49-F238E27FC236}">
                  <a16:creationId xmlns:a16="http://schemas.microsoft.com/office/drawing/2014/main" id="{B1B94871-3073-BA1B-1B3A-1EC6F4608ACA}"/>
                </a:ext>
              </a:extLst>
            </p:cNvPr>
            <p:cNvSpPr txBox="1"/>
            <p:nvPr/>
          </p:nvSpPr>
          <p:spPr>
            <a:xfrm>
              <a:off x="5764763" y="6002410"/>
              <a:ext cx="1035697" cy="369332"/>
            </a:xfrm>
            <a:prstGeom prst="rect">
              <a:avLst/>
            </a:prstGeom>
            <a:noFill/>
          </p:spPr>
          <p:txBody>
            <a:bodyPr wrap="square" rtlCol="0">
              <a:spAutoFit/>
            </a:bodyPr>
            <a:lstStyle/>
            <a:p>
              <a:pPr algn="ctr"/>
              <a:r>
                <a:rPr lang="en-IN" dirty="0"/>
                <a:t>Receiver</a:t>
              </a:r>
            </a:p>
          </p:txBody>
        </p:sp>
      </p:grpSp>
      <p:grpSp>
        <p:nvGrpSpPr>
          <p:cNvPr id="27" name="Group 26">
            <a:extLst>
              <a:ext uri="{FF2B5EF4-FFF2-40B4-BE49-F238E27FC236}">
                <a16:creationId xmlns:a16="http://schemas.microsoft.com/office/drawing/2014/main" id="{6701A73B-8F48-D64B-523B-19D1AFBB4283}"/>
              </a:ext>
            </a:extLst>
          </p:cNvPr>
          <p:cNvGrpSpPr/>
          <p:nvPr/>
        </p:nvGrpSpPr>
        <p:grpSpPr>
          <a:xfrm>
            <a:off x="4599991" y="3197705"/>
            <a:ext cx="2687216" cy="595995"/>
            <a:chOff x="3517641" y="3005621"/>
            <a:chExt cx="2687216" cy="595995"/>
          </a:xfrm>
        </p:grpSpPr>
        <p:cxnSp>
          <p:nvCxnSpPr>
            <p:cNvPr id="11" name="Straight Arrow Connector 10">
              <a:extLst>
                <a:ext uri="{FF2B5EF4-FFF2-40B4-BE49-F238E27FC236}">
                  <a16:creationId xmlns:a16="http://schemas.microsoft.com/office/drawing/2014/main" id="{33FC8BCB-44BF-6F1A-4FB0-8B6CA8C77BEC}"/>
                </a:ext>
              </a:extLst>
            </p:cNvPr>
            <p:cNvCxnSpPr/>
            <p:nvPr/>
          </p:nvCxnSpPr>
          <p:spPr>
            <a:xfrm>
              <a:off x="3517641" y="3200400"/>
              <a:ext cx="2687216" cy="401216"/>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812E836-68A6-54BF-2945-6089204FB2B1}"/>
                </a:ext>
              </a:extLst>
            </p:cNvPr>
            <p:cNvSpPr txBox="1"/>
            <p:nvPr/>
          </p:nvSpPr>
          <p:spPr>
            <a:xfrm rot="455787">
              <a:off x="3951513" y="3005621"/>
              <a:ext cx="1287623" cy="369332"/>
            </a:xfrm>
            <a:prstGeom prst="rect">
              <a:avLst/>
            </a:prstGeom>
            <a:noFill/>
          </p:spPr>
          <p:txBody>
            <a:bodyPr wrap="square" rtlCol="0">
              <a:spAutoFit/>
            </a:bodyPr>
            <a:lstStyle/>
            <a:p>
              <a:r>
                <a:rPr lang="en-IN" b="1" dirty="0">
                  <a:solidFill>
                    <a:srgbClr val="00B0F0"/>
                  </a:solidFill>
                </a:rPr>
                <a:t>Frame</a:t>
              </a:r>
            </a:p>
          </p:txBody>
        </p:sp>
      </p:grpSp>
      <p:grpSp>
        <p:nvGrpSpPr>
          <p:cNvPr id="28" name="Group 27">
            <a:extLst>
              <a:ext uri="{FF2B5EF4-FFF2-40B4-BE49-F238E27FC236}">
                <a16:creationId xmlns:a16="http://schemas.microsoft.com/office/drawing/2014/main" id="{ED3138AE-3314-B22D-A853-D71D02D2BFCC}"/>
              </a:ext>
            </a:extLst>
          </p:cNvPr>
          <p:cNvGrpSpPr/>
          <p:nvPr/>
        </p:nvGrpSpPr>
        <p:grpSpPr>
          <a:xfrm>
            <a:off x="4593771" y="3793037"/>
            <a:ext cx="2687216" cy="507675"/>
            <a:chOff x="3511421" y="3600953"/>
            <a:chExt cx="2687216" cy="507675"/>
          </a:xfrm>
        </p:grpSpPr>
        <p:cxnSp>
          <p:nvCxnSpPr>
            <p:cNvPr id="17" name="Straight Arrow Connector 16">
              <a:extLst>
                <a:ext uri="{FF2B5EF4-FFF2-40B4-BE49-F238E27FC236}">
                  <a16:creationId xmlns:a16="http://schemas.microsoft.com/office/drawing/2014/main" id="{CD540316-678D-C9AC-9A50-DEEB0063B7EB}"/>
                </a:ext>
              </a:extLst>
            </p:cNvPr>
            <p:cNvCxnSpPr/>
            <p:nvPr/>
          </p:nvCxnSpPr>
          <p:spPr>
            <a:xfrm flipH="1">
              <a:off x="3511421" y="3780453"/>
              <a:ext cx="2687216" cy="32817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D86BC48C-6B03-C7F2-A29C-0B3CACD81BA4}"/>
                </a:ext>
              </a:extLst>
            </p:cNvPr>
            <p:cNvSpPr txBox="1"/>
            <p:nvPr/>
          </p:nvSpPr>
          <p:spPr>
            <a:xfrm rot="21171301">
              <a:off x="3777582" y="3600953"/>
              <a:ext cx="1971868" cy="369332"/>
            </a:xfrm>
            <a:prstGeom prst="rect">
              <a:avLst/>
            </a:prstGeom>
            <a:noFill/>
          </p:spPr>
          <p:txBody>
            <a:bodyPr wrap="square" rtlCol="0">
              <a:spAutoFit/>
            </a:bodyPr>
            <a:lstStyle/>
            <a:p>
              <a:r>
                <a:rPr lang="en-IN" dirty="0">
                  <a:solidFill>
                    <a:srgbClr val="FF0000"/>
                  </a:solidFill>
                </a:rPr>
                <a:t>Dummy Frame</a:t>
              </a:r>
            </a:p>
          </p:txBody>
        </p:sp>
      </p:grpSp>
      <p:grpSp>
        <p:nvGrpSpPr>
          <p:cNvPr id="29" name="Group 28">
            <a:extLst>
              <a:ext uri="{FF2B5EF4-FFF2-40B4-BE49-F238E27FC236}">
                <a16:creationId xmlns:a16="http://schemas.microsoft.com/office/drawing/2014/main" id="{E013CAAB-D5F7-2C7A-C08E-795180B5FAC2}"/>
              </a:ext>
            </a:extLst>
          </p:cNvPr>
          <p:cNvGrpSpPr/>
          <p:nvPr/>
        </p:nvGrpSpPr>
        <p:grpSpPr>
          <a:xfrm>
            <a:off x="4593771" y="4381430"/>
            <a:ext cx="2687216" cy="572376"/>
            <a:chOff x="3511421" y="4189346"/>
            <a:chExt cx="2687216" cy="572376"/>
          </a:xfrm>
        </p:grpSpPr>
        <p:cxnSp>
          <p:nvCxnSpPr>
            <p:cNvPr id="12" name="Straight Arrow Connector 11">
              <a:extLst>
                <a:ext uri="{FF2B5EF4-FFF2-40B4-BE49-F238E27FC236}">
                  <a16:creationId xmlns:a16="http://schemas.microsoft.com/office/drawing/2014/main" id="{1BA97B7D-D6CA-3416-AFE1-5134698525FC}"/>
                </a:ext>
              </a:extLst>
            </p:cNvPr>
            <p:cNvCxnSpPr/>
            <p:nvPr/>
          </p:nvCxnSpPr>
          <p:spPr>
            <a:xfrm>
              <a:off x="3511421" y="4360506"/>
              <a:ext cx="2687216" cy="401216"/>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56B38FD0-EEBB-8293-C592-B20C6A523EC3}"/>
                </a:ext>
              </a:extLst>
            </p:cNvPr>
            <p:cNvSpPr txBox="1"/>
            <p:nvPr/>
          </p:nvSpPr>
          <p:spPr>
            <a:xfrm rot="455787">
              <a:off x="4263890" y="4189346"/>
              <a:ext cx="1287623" cy="369332"/>
            </a:xfrm>
            <a:prstGeom prst="rect">
              <a:avLst/>
            </a:prstGeom>
            <a:noFill/>
          </p:spPr>
          <p:txBody>
            <a:bodyPr wrap="square" rtlCol="0">
              <a:spAutoFit/>
            </a:bodyPr>
            <a:lstStyle/>
            <a:p>
              <a:r>
                <a:rPr lang="en-IN" b="1" dirty="0">
                  <a:solidFill>
                    <a:srgbClr val="00B0F0"/>
                  </a:solidFill>
                </a:rPr>
                <a:t>Frame</a:t>
              </a:r>
            </a:p>
          </p:txBody>
        </p:sp>
      </p:grpSp>
      <p:grpSp>
        <p:nvGrpSpPr>
          <p:cNvPr id="30" name="Group 29">
            <a:extLst>
              <a:ext uri="{FF2B5EF4-FFF2-40B4-BE49-F238E27FC236}">
                <a16:creationId xmlns:a16="http://schemas.microsoft.com/office/drawing/2014/main" id="{44052856-26A5-1687-68D5-FE85EC5D3C02}"/>
              </a:ext>
            </a:extLst>
          </p:cNvPr>
          <p:cNvGrpSpPr/>
          <p:nvPr/>
        </p:nvGrpSpPr>
        <p:grpSpPr>
          <a:xfrm>
            <a:off x="4585997" y="4879917"/>
            <a:ext cx="2687216" cy="561438"/>
            <a:chOff x="3503647" y="4687833"/>
            <a:chExt cx="2687216" cy="561438"/>
          </a:xfrm>
        </p:grpSpPr>
        <p:cxnSp>
          <p:nvCxnSpPr>
            <p:cNvPr id="18" name="Straight Arrow Connector 17">
              <a:extLst>
                <a:ext uri="{FF2B5EF4-FFF2-40B4-BE49-F238E27FC236}">
                  <a16:creationId xmlns:a16="http://schemas.microsoft.com/office/drawing/2014/main" id="{E60B4485-5C4B-406C-B265-6E9559CBD849}"/>
                </a:ext>
              </a:extLst>
            </p:cNvPr>
            <p:cNvCxnSpPr/>
            <p:nvPr/>
          </p:nvCxnSpPr>
          <p:spPr>
            <a:xfrm flipH="1">
              <a:off x="3503647" y="4921096"/>
              <a:ext cx="2687216" cy="32817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4A3BEE3D-7F5F-1BD9-4852-E405EE866D34}"/>
                </a:ext>
              </a:extLst>
            </p:cNvPr>
            <p:cNvSpPr txBox="1"/>
            <p:nvPr/>
          </p:nvSpPr>
          <p:spPr>
            <a:xfrm rot="21171301">
              <a:off x="3810236" y="4687833"/>
              <a:ext cx="1971868" cy="369332"/>
            </a:xfrm>
            <a:prstGeom prst="rect">
              <a:avLst/>
            </a:prstGeom>
            <a:noFill/>
          </p:spPr>
          <p:txBody>
            <a:bodyPr wrap="square" rtlCol="0">
              <a:spAutoFit/>
            </a:bodyPr>
            <a:lstStyle/>
            <a:p>
              <a:r>
                <a:rPr lang="en-IN" dirty="0">
                  <a:solidFill>
                    <a:srgbClr val="FF0000"/>
                  </a:solidFill>
                </a:rPr>
                <a:t>Dummy Frame</a:t>
              </a:r>
            </a:p>
          </p:txBody>
        </p:sp>
      </p:grpSp>
      <p:grpSp>
        <p:nvGrpSpPr>
          <p:cNvPr id="31" name="Group 30">
            <a:extLst>
              <a:ext uri="{FF2B5EF4-FFF2-40B4-BE49-F238E27FC236}">
                <a16:creationId xmlns:a16="http://schemas.microsoft.com/office/drawing/2014/main" id="{DEFD45F2-87F6-DECD-F856-059E0AFD16B4}"/>
              </a:ext>
            </a:extLst>
          </p:cNvPr>
          <p:cNvGrpSpPr/>
          <p:nvPr/>
        </p:nvGrpSpPr>
        <p:grpSpPr>
          <a:xfrm>
            <a:off x="4578221" y="5459208"/>
            <a:ext cx="2687216" cy="542737"/>
            <a:chOff x="3495871" y="5267124"/>
            <a:chExt cx="2687216" cy="542737"/>
          </a:xfrm>
        </p:grpSpPr>
        <p:cxnSp>
          <p:nvCxnSpPr>
            <p:cNvPr id="13" name="Straight Arrow Connector 12">
              <a:extLst>
                <a:ext uri="{FF2B5EF4-FFF2-40B4-BE49-F238E27FC236}">
                  <a16:creationId xmlns:a16="http://schemas.microsoft.com/office/drawing/2014/main" id="{933C613E-1E57-2F02-EDE6-EE07CBF3D75F}"/>
                </a:ext>
              </a:extLst>
            </p:cNvPr>
            <p:cNvCxnSpPr/>
            <p:nvPr/>
          </p:nvCxnSpPr>
          <p:spPr>
            <a:xfrm>
              <a:off x="3495871" y="5408645"/>
              <a:ext cx="2687216" cy="401216"/>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F9D9BCD8-8487-91E1-C619-7F9FC5C72B4F}"/>
                </a:ext>
              </a:extLst>
            </p:cNvPr>
            <p:cNvSpPr txBox="1"/>
            <p:nvPr/>
          </p:nvSpPr>
          <p:spPr>
            <a:xfrm rot="455787">
              <a:off x="4582781" y="5267124"/>
              <a:ext cx="1287623" cy="369332"/>
            </a:xfrm>
            <a:prstGeom prst="rect">
              <a:avLst/>
            </a:prstGeom>
            <a:noFill/>
          </p:spPr>
          <p:txBody>
            <a:bodyPr wrap="square" rtlCol="0">
              <a:spAutoFit/>
            </a:bodyPr>
            <a:lstStyle/>
            <a:p>
              <a:r>
                <a:rPr lang="en-IN" b="1" dirty="0">
                  <a:solidFill>
                    <a:srgbClr val="00B0F0"/>
                  </a:solidFill>
                </a:rPr>
                <a:t>Frame</a:t>
              </a:r>
            </a:p>
          </p:txBody>
        </p:sp>
      </p:grpSp>
    </p:spTree>
    <p:extLst>
      <p:ext uri="{BB962C8B-B14F-4D97-AF65-F5344CB8AC3E}">
        <p14:creationId xmlns:p14="http://schemas.microsoft.com/office/powerpoint/2010/main" val="8132689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3C76D-E25B-90F2-4D5B-BD1F4B8C79CA}"/>
              </a:ext>
            </a:extLst>
          </p:cNvPr>
          <p:cNvSpPr>
            <a:spLocks noGrp="1"/>
          </p:cNvSpPr>
          <p:nvPr>
            <p:ph type="title"/>
          </p:nvPr>
        </p:nvSpPr>
        <p:spPr/>
        <p:txBody>
          <a:bodyPr/>
          <a:lstStyle/>
          <a:p>
            <a:r>
              <a:rPr lang="en-US" dirty="0"/>
              <a:t>Simplex Stop-and-Wait Protocol for a Noisy Channel</a:t>
            </a:r>
            <a:endParaRPr lang="en-IN" dirty="0"/>
          </a:p>
        </p:txBody>
      </p:sp>
      <p:sp>
        <p:nvSpPr>
          <p:cNvPr id="3" name="Content Placeholder 2">
            <a:extLst>
              <a:ext uri="{FF2B5EF4-FFF2-40B4-BE49-F238E27FC236}">
                <a16:creationId xmlns:a16="http://schemas.microsoft.com/office/drawing/2014/main" id="{A78EE4AD-4C87-7685-61EA-F01586EA09DC}"/>
              </a:ext>
            </a:extLst>
          </p:cNvPr>
          <p:cNvSpPr>
            <a:spLocks noGrp="1"/>
          </p:cNvSpPr>
          <p:nvPr>
            <p:ph idx="1"/>
          </p:nvPr>
        </p:nvSpPr>
        <p:spPr/>
        <p:txBody>
          <a:bodyPr/>
          <a:lstStyle/>
          <a:p>
            <a:r>
              <a:rPr lang="en-US" dirty="0"/>
              <a:t>The normal situation of a communication channel that makes errors.</a:t>
            </a:r>
          </a:p>
          <a:p>
            <a:r>
              <a:rPr lang="en-US" dirty="0"/>
              <a:t>Frames may be either damaged or lost completely.</a:t>
            </a:r>
          </a:p>
          <a:p>
            <a:r>
              <a:rPr lang="en-US" dirty="0"/>
              <a:t>Assume that if a frame is damaged in transit, the receiver hardware will detect this when it computes the checksum. </a:t>
            </a:r>
          </a:p>
          <a:p>
            <a:r>
              <a:rPr lang="en-US" dirty="0"/>
              <a:t>If the frame is damaged in such a way that the checksum is nevertheless correct—an unlikely occurrence—this protocol (and all other protocols) can fail.</a:t>
            </a:r>
          </a:p>
          <a:p>
            <a:r>
              <a:rPr lang="en-US" dirty="0"/>
              <a:t>A variation of protocol 2 would work: adding a timer.</a:t>
            </a:r>
            <a:endParaRPr lang="en-IN" dirty="0"/>
          </a:p>
        </p:txBody>
      </p:sp>
    </p:spTree>
    <p:extLst>
      <p:ext uri="{BB962C8B-B14F-4D97-AF65-F5344CB8AC3E}">
        <p14:creationId xmlns:p14="http://schemas.microsoft.com/office/powerpoint/2010/main" val="424312751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B7031-1A80-BAE0-632E-925D222B0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45B082-F014-1F02-D983-59BEF24A7396}"/>
              </a:ext>
            </a:extLst>
          </p:cNvPr>
          <p:cNvSpPr>
            <a:spLocks noGrp="1"/>
          </p:cNvSpPr>
          <p:nvPr>
            <p:ph type="title"/>
          </p:nvPr>
        </p:nvSpPr>
        <p:spPr/>
        <p:txBody>
          <a:bodyPr/>
          <a:lstStyle/>
          <a:p>
            <a:r>
              <a:rPr lang="en-US" dirty="0"/>
              <a:t>Simplex Stop-and-Wait Protocol for a Noisy Channel</a:t>
            </a:r>
            <a:endParaRPr lang="en-IN" dirty="0"/>
          </a:p>
        </p:txBody>
      </p:sp>
      <p:sp>
        <p:nvSpPr>
          <p:cNvPr id="3" name="Content Placeholder 2">
            <a:extLst>
              <a:ext uri="{FF2B5EF4-FFF2-40B4-BE49-F238E27FC236}">
                <a16:creationId xmlns:a16="http://schemas.microsoft.com/office/drawing/2014/main" id="{AB0D03B7-839B-4226-3DDC-C124749F4BE3}"/>
              </a:ext>
            </a:extLst>
          </p:cNvPr>
          <p:cNvSpPr>
            <a:spLocks noGrp="1"/>
          </p:cNvSpPr>
          <p:nvPr>
            <p:ph idx="1"/>
          </p:nvPr>
        </p:nvSpPr>
        <p:spPr>
          <a:xfrm>
            <a:off x="838200" y="1825625"/>
            <a:ext cx="10515600" cy="4667250"/>
          </a:xfrm>
        </p:spPr>
        <p:txBody>
          <a:bodyPr>
            <a:normAutofit/>
          </a:bodyPr>
          <a:lstStyle/>
          <a:p>
            <a:r>
              <a:rPr lang="en-US" dirty="0"/>
              <a:t>The sender could send a frame, but the receiver would only send an acknowledgement frame if the data were correctly received.</a:t>
            </a:r>
          </a:p>
          <a:p>
            <a:r>
              <a:rPr lang="en-US" dirty="0"/>
              <a:t>If a damaged frame arrived at the receiver, it would be discarded.</a:t>
            </a:r>
          </a:p>
          <a:p>
            <a:r>
              <a:rPr lang="en-US" dirty="0"/>
              <a:t>After a while the sender would time out and send the frame again.</a:t>
            </a:r>
          </a:p>
          <a:p>
            <a:r>
              <a:rPr lang="en-US" dirty="0"/>
              <a:t>The </a:t>
            </a:r>
            <a:r>
              <a:rPr lang="en-US" b="1" dirty="0"/>
              <a:t>data link layer</a:t>
            </a:r>
            <a:r>
              <a:rPr lang="en-US" dirty="0"/>
              <a:t> is responsible for ensuring error-free transmission between directly connected nodes. </a:t>
            </a:r>
          </a:p>
          <a:p>
            <a:r>
              <a:rPr lang="en-US" dirty="0"/>
              <a:t>Since the </a:t>
            </a:r>
            <a:r>
              <a:rPr lang="en-US" b="1" dirty="0"/>
              <a:t>network layer</a:t>
            </a:r>
            <a:r>
              <a:rPr lang="en-US" dirty="0"/>
              <a:t> on a receiving node (B) does not have inherent mechanisms to detect packet loss or duplication (except in some protocols like TCP which operate at a higher level), the </a:t>
            </a:r>
            <a:r>
              <a:rPr lang="en-US" b="1" dirty="0"/>
              <a:t>data link layer</a:t>
            </a:r>
            <a:r>
              <a:rPr lang="en-US" dirty="0"/>
              <a:t> must provide mechanisms to prevent such issues. </a:t>
            </a:r>
            <a:endParaRPr lang="en-IN" dirty="0"/>
          </a:p>
        </p:txBody>
      </p:sp>
    </p:spTree>
    <p:extLst>
      <p:ext uri="{BB962C8B-B14F-4D97-AF65-F5344CB8AC3E}">
        <p14:creationId xmlns:p14="http://schemas.microsoft.com/office/powerpoint/2010/main" val="40577499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CBFC2-99C7-E54C-860D-03B023AB3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FD9A6F-1E6F-974C-E4DB-835B115204E9}"/>
              </a:ext>
            </a:extLst>
          </p:cNvPr>
          <p:cNvSpPr>
            <a:spLocks noGrp="1"/>
          </p:cNvSpPr>
          <p:nvPr>
            <p:ph type="title"/>
          </p:nvPr>
        </p:nvSpPr>
        <p:spPr/>
        <p:txBody>
          <a:bodyPr/>
          <a:lstStyle/>
          <a:p>
            <a:r>
              <a:rPr lang="en-US" dirty="0"/>
              <a:t>Simplex Stop-and-Wait Protocol for a Noisy Channel</a:t>
            </a:r>
            <a:endParaRPr lang="en-IN" dirty="0"/>
          </a:p>
        </p:txBody>
      </p:sp>
      <p:grpSp>
        <p:nvGrpSpPr>
          <p:cNvPr id="9" name="Group 8">
            <a:extLst>
              <a:ext uri="{FF2B5EF4-FFF2-40B4-BE49-F238E27FC236}">
                <a16:creationId xmlns:a16="http://schemas.microsoft.com/office/drawing/2014/main" id="{B2F6E4F3-05C3-7E5B-79E5-F455394ED3E3}"/>
              </a:ext>
            </a:extLst>
          </p:cNvPr>
          <p:cNvGrpSpPr/>
          <p:nvPr/>
        </p:nvGrpSpPr>
        <p:grpSpPr>
          <a:xfrm>
            <a:off x="4261056" y="1884002"/>
            <a:ext cx="4311444" cy="4173898"/>
            <a:chOff x="2915816" y="3088432"/>
            <a:chExt cx="3884644" cy="3283310"/>
          </a:xfrm>
        </p:grpSpPr>
        <p:cxnSp>
          <p:nvCxnSpPr>
            <p:cNvPr id="10" name="Straight Connector 9">
              <a:extLst>
                <a:ext uri="{FF2B5EF4-FFF2-40B4-BE49-F238E27FC236}">
                  <a16:creationId xmlns:a16="http://schemas.microsoft.com/office/drawing/2014/main" id="{3A505679-8216-7576-62BD-71780D6E5B1F}"/>
                </a:ext>
              </a:extLst>
            </p:cNvPr>
            <p:cNvCxnSpPr>
              <a:cxnSpLocks/>
            </p:cNvCxnSpPr>
            <p:nvPr/>
          </p:nvCxnSpPr>
          <p:spPr>
            <a:xfrm>
              <a:off x="3433665" y="3088432"/>
              <a:ext cx="0" cy="2799184"/>
            </a:xfrm>
            <a:prstGeom prst="line">
              <a:avLst/>
            </a:prstGeom>
            <a:ln w="57150">
              <a:solidFill>
                <a:schemeClr val="accent1">
                  <a:lumMod val="50000"/>
                </a:schemeClr>
              </a:solidFill>
            </a:ln>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D4520161-A5C5-BD00-488B-089435DC4FB5}"/>
                </a:ext>
              </a:extLst>
            </p:cNvPr>
            <p:cNvCxnSpPr>
              <a:cxnSpLocks/>
            </p:cNvCxnSpPr>
            <p:nvPr/>
          </p:nvCxnSpPr>
          <p:spPr>
            <a:xfrm>
              <a:off x="6282612" y="3088432"/>
              <a:ext cx="0" cy="2799184"/>
            </a:xfrm>
            <a:prstGeom prst="line">
              <a:avLst/>
            </a:prstGeom>
            <a:ln w="57150">
              <a:solidFill>
                <a:schemeClr val="accent1">
                  <a:lumMod val="50000"/>
                </a:schemeClr>
              </a:solidFill>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51E3DD02-B64E-57F7-0638-1932A933A612}"/>
                </a:ext>
              </a:extLst>
            </p:cNvPr>
            <p:cNvSpPr txBox="1"/>
            <p:nvPr/>
          </p:nvSpPr>
          <p:spPr>
            <a:xfrm>
              <a:off x="2915816" y="6002410"/>
              <a:ext cx="1035697" cy="369332"/>
            </a:xfrm>
            <a:prstGeom prst="rect">
              <a:avLst/>
            </a:prstGeom>
            <a:noFill/>
          </p:spPr>
          <p:txBody>
            <a:bodyPr wrap="square" rtlCol="0">
              <a:spAutoFit/>
            </a:bodyPr>
            <a:lstStyle/>
            <a:p>
              <a:pPr algn="ctr"/>
              <a:r>
                <a:rPr lang="en-IN" dirty="0"/>
                <a:t>Sender</a:t>
              </a:r>
            </a:p>
          </p:txBody>
        </p:sp>
        <p:sp>
          <p:nvSpPr>
            <p:cNvPr id="13" name="TextBox 12">
              <a:extLst>
                <a:ext uri="{FF2B5EF4-FFF2-40B4-BE49-F238E27FC236}">
                  <a16:creationId xmlns:a16="http://schemas.microsoft.com/office/drawing/2014/main" id="{326CE0E3-76D6-B214-D2E4-DD7942C47957}"/>
                </a:ext>
              </a:extLst>
            </p:cNvPr>
            <p:cNvSpPr txBox="1"/>
            <p:nvPr/>
          </p:nvSpPr>
          <p:spPr>
            <a:xfrm>
              <a:off x="5764763" y="6002410"/>
              <a:ext cx="1035697" cy="369332"/>
            </a:xfrm>
            <a:prstGeom prst="rect">
              <a:avLst/>
            </a:prstGeom>
            <a:noFill/>
          </p:spPr>
          <p:txBody>
            <a:bodyPr wrap="square" rtlCol="0">
              <a:spAutoFit/>
            </a:bodyPr>
            <a:lstStyle/>
            <a:p>
              <a:pPr algn="ctr"/>
              <a:r>
                <a:rPr lang="en-IN" dirty="0"/>
                <a:t>Receiver</a:t>
              </a:r>
            </a:p>
          </p:txBody>
        </p:sp>
      </p:grpSp>
      <p:grpSp>
        <p:nvGrpSpPr>
          <p:cNvPr id="14" name="Group 13">
            <a:extLst>
              <a:ext uri="{FF2B5EF4-FFF2-40B4-BE49-F238E27FC236}">
                <a16:creationId xmlns:a16="http://schemas.microsoft.com/office/drawing/2014/main" id="{05E1E551-3593-91B0-236A-E8FDB6FEF8D9}"/>
              </a:ext>
            </a:extLst>
          </p:cNvPr>
          <p:cNvGrpSpPr/>
          <p:nvPr/>
        </p:nvGrpSpPr>
        <p:grpSpPr>
          <a:xfrm>
            <a:off x="4862880" y="1801191"/>
            <a:ext cx="3035227" cy="595995"/>
            <a:chOff x="3517641" y="3005621"/>
            <a:chExt cx="2687216" cy="595995"/>
          </a:xfrm>
        </p:grpSpPr>
        <p:cxnSp>
          <p:nvCxnSpPr>
            <p:cNvPr id="15" name="Straight Arrow Connector 14">
              <a:extLst>
                <a:ext uri="{FF2B5EF4-FFF2-40B4-BE49-F238E27FC236}">
                  <a16:creationId xmlns:a16="http://schemas.microsoft.com/office/drawing/2014/main" id="{93F64968-9BA5-B12C-6D58-2273B7FA2DEE}"/>
                </a:ext>
              </a:extLst>
            </p:cNvPr>
            <p:cNvCxnSpPr/>
            <p:nvPr/>
          </p:nvCxnSpPr>
          <p:spPr>
            <a:xfrm>
              <a:off x="3517641" y="3200400"/>
              <a:ext cx="2687216" cy="401216"/>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AD68609-8A40-EBC3-1571-D46719435811}"/>
                </a:ext>
              </a:extLst>
            </p:cNvPr>
            <p:cNvSpPr txBox="1"/>
            <p:nvPr/>
          </p:nvSpPr>
          <p:spPr>
            <a:xfrm rot="455787">
              <a:off x="3951513" y="3005621"/>
              <a:ext cx="1287623" cy="369332"/>
            </a:xfrm>
            <a:prstGeom prst="rect">
              <a:avLst/>
            </a:prstGeom>
            <a:noFill/>
          </p:spPr>
          <p:txBody>
            <a:bodyPr wrap="square" rtlCol="0">
              <a:spAutoFit/>
            </a:bodyPr>
            <a:lstStyle/>
            <a:p>
              <a:r>
                <a:rPr lang="en-IN" b="1" dirty="0">
                  <a:solidFill>
                    <a:srgbClr val="00B0F0"/>
                  </a:solidFill>
                </a:rPr>
                <a:t>Frame</a:t>
              </a:r>
            </a:p>
          </p:txBody>
        </p:sp>
      </p:grpSp>
      <p:grpSp>
        <p:nvGrpSpPr>
          <p:cNvPr id="17" name="Group 16">
            <a:extLst>
              <a:ext uri="{FF2B5EF4-FFF2-40B4-BE49-F238E27FC236}">
                <a16:creationId xmlns:a16="http://schemas.microsoft.com/office/drawing/2014/main" id="{A30D2F5E-A1D5-441D-3A84-7430A4FDF21C}"/>
              </a:ext>
            </a:extLst>
          </p:cNvPr>
          <p:cNvGrpSpPr/>
          <p:nvPr/>
        </p:nvGrpSpPr>
        <p:grpSpPr>
          <a:xfrm>
            <a:off x="5676055" y="2504469"/>
            <a:ext cx="2215755" cy="543922"/>
            <a:chOff x="3511421" y="3593746"/>
            <a:chExt cx="2687216" cy="514882"/>
          </a:xfrm>
        </p:grpSpPr>
        <p:cxnSp>
          <p:nvCxnSpPr>
            <p:cNvPr id="18" name="Straight Arrow Connector 17">
              <a:extLst>
                <a:ext uri="{FF2B5EF4-FFF2-40B4-BE49-F238E27FC236}">
                  <a16:creationId xmlns:a16="http://schemas.microsoft.com/office/drawing/2014/main" id="{AFBCBF11-9D0F-1C10-FF7B-B6C3AC6CA49F}"/>
                </a:ext>
              </a:extLst>
            </p:cNvPr>
            <p:cNvCxnSpPr/>
            <p:nvPr/>
          </p:nvCxnSpPr>
          <p:spPr>
            <a:xfrm flipH="1">
              <a:off x="3511421" y="3780453"/>
              <a:ext cx="2687216" cy="328175"/>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3C2653E-145E-3F8C-8B60-78AF4F886BC8}"/>
                </a:ext>
              </a:extLst>
            </p:cNvPr>
            <p:cNvSpPr txBox="1"/>
            <p:nvPr/>
          </p:nvSpPr>
          <p:spPr>
            <a:xfrm rot="21171301">
              <a:off x="3776216" y="3593746"/>
              <a:ext cx="2323451" cy="349613"/>
            </a:xfrm>
            <a:prstGeom prst="rect">
              <a:avLst/>
            </a:prstGeom>
            <a:noFill/>
          </p:spPr>
          <p:txBody>
            <a:bodyPr wrap="square" rtlCol="0">
              <a:spAutoFit/>
            </a:bodyPr>
            <a:lstStyle/>
            <a:p>
              <a:r>
                <a:rPr lang="en-IN" dirty="0">
                  <a:solidFill>
                    <a:srgbClr val="FF0000"/>
                  </a:solidFill>
                </a:rPr>
                <a:t>Acknowledge</a:t>
              </a:r>
            </a:p>
          </p:txBody>
        </p:sp>
      </p:grpSp>
      <p:grpSp>
        <p:nvGrpSpPr>
          <p:cNvPr id="20" name="Group 19">
            <a:extLst>
              <a:ext uri="{FF2B5EF4-FFF2-40B4-BE49-F238E27FC236}">
                <a16:creationId xmlns:a16="http://schemas.microsoft.com/office/drawing/2014/main" id="{501B5E82-4D9D-64F7-A648-F841618C86C7}"/>
              </a:ext>
            </a:extLst>
          </p:cNvPr>
          <p:cNvGrpSpPr/>
          <p:nvPr/>
        </p:nvGrpSpPr>
        <p:grpSpPr>
          <a:xfrm>
            <a:off x="5098648" y="3540530"/>
            <a:ext cx="2687216" cy="572376"/>
            <a:chOff x="3511421" y="4189346"/>
            <a:chExt cx="2687216" cy="572376"/>
          </a:xfrm>
        </p:grpSpPr>
        <p:cxnSp>
          <p:nvCxnSpPr>
            <p:cNvPr id="21" name="Straight Arrow Connector 20">
              <a:extLst>
                <a:ext uri="{FF2B5EF4-FFF2-40B4-BE49-F238E27FC236}">
                  <a16:creationId xmlns:a16="http://schemas.microsoft.com/office/drawing/2014/main" id="{65AC8575-4C7E-D08E-AF16-8B6068128E7F}"/>
                </a:ext>
              </a:extLst>
            </p:cNvPr>
            <p:cNvCxnSpPr/>
            <p:nvPr/>
          </p:nvCxnSpPr>
          <p:spPr>
            <a:xfrm>
              <a:off x="3511421" y="4360506"/>
              <a:ext cx="2687216" cy="401216"/>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91A5C6FE-6ADF-5D1B-AB49-995206FE89E1}"/>
                </a:ext>
              </a:extLst>
            </p:cNvPr>
            <p:cNvSpPr txBox="1"/>
            <p:nvPr/>
          </p:nvSpPr>
          <p:spPr>
            <a:xfrm rot="455787">
              <a:off x="4263890" y="4189346"/>
              <a:ext cx="1287623" cy="369332"/>
            </a:xfrm>
            <a:prstGeom prst="rect">
              <a:avLst/>
            </a:prstGeom>
            <a:noFill/>
          </p:spPr>
          <p:txBody>
            <a:bodyPr wrap="square" rtlCol="0">
              <a:spAutoFit/>
            </a:bodyPr>
            <a:lstStyle/>
            <a:p>
              <a:r>
                <a:rPr lang="en-IN" b="1" dirty="0">
                  <a:solidFill>
                    <a:srgbClr val="00B0F0"/>
                  </a:solidFill>
                </a:rPr>
                <a:t>Frame </a:t>
              </a:r>
            </a:p>
          </p:txBody>
        </p:sp>
      </p:grpSp>
      <p:sp>
        <p:nvSpPr>
          <p:cNvPr id="29" name="Multiplication Sign 28">
            <a:extLst>
              <a:ext uri="{FF2B5EF4-FFF2-40B4-BE49-F238E27FC236}">
                <a16:creationId xmlns:a16="http://schemas.microsoft.com/office/drawing/2014/main" id="{D544CBA1-0672-1DCB-1099-5D3623AC11FB}"/>
              </a:ext>
            </a:extLst>
          </p:cNvPr>
          <p:cNvSpPr/>
          <p:nvPr/>
        </p:nvSpPr>
        <p:spPr>
          <a:xfrm>
            <a:off x="5466674" y="2828936"/>
            <a:ext cx="301681" cy="401216"/>
          </a:xfrm>
          <a:prstGeom prst="mathMultiply">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Left Brace 31">
            <a:extLst>
              <a:ext uri="{FF2B5EF4-FFF2-40B4-BE49-F238E27FC236}">
                <a16:creationId xmlns:a16="http://schemas.microsoft.com/office/drawing/2014/main" id="{76900950-BC94-46EC-E56A-04F75943BC46}"/>
              </a:ext>
            </a:extLst>
          </p:cNvPr>
          <p:cNvSpPr/>
          <p:nvPr/>
        </p:nvSpPr>
        <p:spPr>
          <a:xfrm>
            <a:off x="3911020" y="1985856"/>
            <a:ext cx="425670" cy="162602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pic>
        <p:nvPicPr>
          <p:cNvPr id="34" name="Graphic 33" descr="Hourglass Finished with solid fill">
            <a:extLst>
              <a:ext uri="{FF2B5EF4-FFF2-40B4-BE49-F238E27FC236}">
                <a16:creationId xmlns:a16="http://schemas.microsoft.com/office/drawing/2014/main" id="{62DD7437-6D07-036D-671E-6032B6603CE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96591" y="1786441"/>
            <a:ext cx="425670" cy="425670"/>
          </a:xfrm>
          <a:prstGeom prst="rect">
            <a:avLst/>
          </a:prstGeom>
        </p:spPr>
      </p:pic>
      <p:pic>
        <p:nvPicPr>
          <p:cNvPr id="36" name="Graphic 35" descr="Hourglass Finished with solid fill">
            <a:extLst>
              <a:ext uri="{FF2B5EF4-FFF2-40B4-BE49-F238E27FC236}">
                <a16:creationId xmlns:a16="http://schemas.microsoft.com/office/drawing/2014/main" id="{EA2374F9-8D8A-09C9-1C58-905F582F957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4386702" y="3399044"/>
            <a:ext cx="425670" cy="425670"/>
          </a:xfrm>
          <a:prstGeom prst="rect">
            <a:avLst/>
          </a:prstGeom>
        </p:spPr>
      </p:pic>
    </p:spTree>
    <p:extLst>
      <p:ext uri="{BB962C8B-B14F-4D97-AF65-F5344CB8AC3E}">
        <p14:creationId xmlns:p14="http://schemas.microsoft.com/office/powerpoint/2010/main" val="108135123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71128-F808-2957-07F4-EC56D9F5B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CE2B6-1763-DEC6-B7E8-188CF9DD0552}"/>
              </a:ext>
            </a:extLst>
          </p:cNvPr>
          <p:cNvSpPr>
            <a:spLocks noGrp="1"/>
          </p:cNvSpPr>
          <p:nvPr>
            <p:ph type="title"/>
          </p:nvPr>
        </p:nvSpPr>
        <p:spPr/>
        <p:txBody>
          <a:bodyPr/>
          <a:lstStyle/>
          <a:p>
            <a:r>
              <a:rPr lang="en-IN" dirty="0"/>
              <a:t>Solution to Problem</a:t>
            </a:r>
          </a:p>
        </p:txBody>
      </p:sp>
      <p:sp>
        <p:nvSpPr>
          <p:cNvPr id="3" name="Content Placeholder 2">
            <a:extLst>
              <a:ext uri="{FF2B5EF4-FFF2-40B4-BE49-F238E27FC236}">
                <a16:creationId xmlns:a16="http://schemas.microsoft.com/office/drawing/2014/main" id="{60BD4436-0665-C425-1A20-13FA44D70E6D}"/>
              </a:ext>
            </a:extLst>
          </p:cNvPr>
          <p:cNvSpPr>
            <a:spLocks noGrp="1"/>
          </p:cNvSpPr>
          <p:nvPr>
            <p:ph idx="1"/>
          </p:nvPr>
        </p:nvSpPr>
        <p:spPr>
          <a:xfrm>
            <a:off x="838200" y="1425575"/>
            <a:ext cx="10515600" cy="5067300"/>
          </a:xfrm>
        </p:spPr>
        <p:txBody>
          <a:bodyPr>
            <a:normAutofit/>
          </a:bodyPr>
          <a:lstStyle/>
          <a:p>
            <a:r>
              <a:rPr lang="en-US" dirty="0"/>
              <a:t>Using Sequence Numbers to Resolve Ambiguity</a:t>
            </a:r>
          </a:p>
          <a:p>
            <a:pPr lvl="1"/>
            <a:r>
              <a:rPr lang="en-US" dirty="0"/>
              <a:t>A </a:t>
            </a:r>
            <a:r>
              <a:rPr lang="en-US" b="1" dirty="0"/>
              <a:t>sequence number</a:t>
            </a:r>
            <a:r>
              <a:rPr lang="en-US" dirty="0"/>
              <a:t> in the frame header allows the receiver to differentiate between new transmissions and retransmissions. </a:t>
            </a:r>
          </a:p>
          <a:p>
            <a:pPr lvl="1"/>
            <a:r>
              <a:rPr lang="en-US" dirty="0"/>
              <a:t>The main challenge is determining </a:t>
            </a:r>
            <a:r>
              <a:rPr lang="en-US" b="1" dirty="0"/>
              <a:t>how many bits are necessary</a:t>
            </a:r>
            <a:r>
              <a:rPr lang="en-US" dirty="0"/>
              <a:t> for the sequence number.</a:t>
            </a:r>
          </a:p>
          <a:p>
            <a:r>
              <a:rPr lang="en-US" dirty="0"/>
              <a:t>Minimum Number of Bits Required :</a:t>
            </a:r>
          </a:p>
          <a:p>
            <a:pPr lvl="1"/>
            <a:r>
              <a:rPr lang="en-US" dirty="0"/>
              <a:t>A 1-bit sequence number (0 or 1)</a:t>
            </a:r>
          </a:p>
          <a:p>
            <a:pPr lvl="1"/>
            <a:r>
              <a:rPr lang="en-US" dirty="0"/>
              <a:t>This means that frame m is assigned sequence number 0, and frame m+1 is assigned sequence number 1.</a:t>
            </a:r>
          </a:p>
          <a:p>
            <a:pPr lvl="1"/>
            <a:r>
              <a:rPr lang="en-US" dirty="0"/>
              <a:t>If an acknowledgment is lost, the receiver will still be able to distinguish between retransmissions and new frames.</a:t>
            </a:r>
          </a:p>
          <a:p>
            <a:pPr lvl="1"/>
            <a:r>
              <a:rPr lang="en-US" dirty="0"/>
              <a:t>The receiver expects a particular sequence number next.</a:t>
            </a:r>
          </a:p>
          <a:p>
            <a:endParaRPr lang="en-IN" dirty="0"/>
          </a:p>
        </p:txBody>
      </p:sp>
    </p:spTree>
    <p:extLst>
      <p:ext uri="{BB962C8B-B14F-4D97-AF65-F5344CB8AC3E}">
        <p14:creationId xmlns:p14="http://schemas.microsoft.com/office/powerpoint/2010/main" val="8607852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3FB42-78CA-5AAB-3104-6D6E8E0ABA32}"/>
              </a:ext>
            </a:extLst>
          </p:cNvPr>
          <p:cNvSpPr>
            <a:spLocks noGrp="1"/>
          </p:cNvSpPr>
          <p:nvPr>
            <p:ph type="title"/>
          </p:nvPr>
        </p:nvSpPr>
        <p:spPr/>
        <p:txBody>
          <a:bodyPr/>
          <a:lstStyle/>
          <a:p>
            <a:r>
              <a:rPr lang="en-IN" dirty="0"/>
              <a:t>Solution to Problem</a:t>
            </a:r>
          </a:p>
        </p:txBody>
      </p:sp>
      <p:sp>
        <p:nvSpPr>
          <p:cNvPr id="3" name="Content Placeholder 2">
            <a:extLst>
              <a:ext uri="{FF2B5EF4-FFF2-40B4-BE49-F238E27FC236}">
                <a16:creationId xmlns:a16="http://schemas.microsoft.com/office/drawing/2014/main" id="{B6FE818F-AD8F-1244-4DD2-E28F8E339360}"/>
              </a:ext>
            </a:extLst>
          </p:cNvPr>
          <p:cNvSpPr>
            <a:spLocks noGrp="1"/>
          </p:cNvSpPr>
          <p:nvPr>
            <p:ph idx="1"/>
          </p:nvPr>
        </p:nvSpPr>
        <p:spPr>
          <a:xfrm>
            <a:off x="838200" y="1425575"/>
            <a:ext cx="10515600" cy="5067300"/>
          </a:xfrm>
        </p:spPr>
        <p:txBody>
          <a:bodyPr>
            <a:normAutofit/>
          </a:bodyPr>
          <a:lstStyle/>
          <a:p>
            <a:r>
              <a:rPr lang="en-US" dirty="0"/>
              <a:t>Sender sends Frame 0.</a:t>
            </a:r>
          </a:p>
          <a:p>
            <a:r>
              <a:rPr lang="en-US" dirty="0"/>
              <a:t>Receiver gets Frame 0, sends ACK 1.</a:t>
            </a:r>
          </a:p>
          <a:p>
            <a:r>
              <a:rPr lang="en-US" dirty="0"/>
              <a:t>Sender receives ACK 1, sends Frame 0.</a:t>
            </a:r>
          </a:p>
          <a:p>
            <a:r>
              <a:rPr lang="en-US" dirty="0"/>
              <a:t>Receiver gets Frame 0, sends ACK 1.</a:t>
            </a:r>
          </a:p>
          <a:p>
            <a:r>
              <a:rPr lang="en-US" dirty="0"/>
              <a:t>Sender receives ACK 1, sends Frame 0 (next cycle).</a:t>
            </a:r>
          </a:p>
          <a:p>
            <a:r>
              <a:rPr lang="en-US" dirty="0"/>
              <a:t>Any arriving frame containing the wrong sequence number is rejected as a duplicate. </a:t>
            </a:r>
          </a:p>
          <a:p>
            <a:r>
              <a:rPr lang="en-US" dirty="0"/>
              <a:t>However, the last valid acknowledgement is repeated so that the sender can eventually discover that the frame has been received.</a:t>
            </a:r>
            <a:endParaRPr lang="en-IN" dirty="0"/>
          </a:p>
        </p:txBody>
      </p:sp>
      <p:cxnSp>
        <p:nvCxnSpPr>
          <p:cNvPr id="8" name="Straight Connector 7">
            <a:extLst>
              <a:ext uri="{FF2B5EF4-FFF2-40B4-BE49-F238E27FC236}">
                <a16:creationId xmlns:a16="http://schemas.microsoft.com/office/drawing/2014/main" id="{11450CA9-8A33-37FD-FC99-A0E673396E7D}"/>
              </a:ext>
            </a:extLst>
          </p:cNvPr>
          <p:cNvCxnSpPr>
            <a:cxnSpLocks/>
          </p:cNvCxnSpPr>
          <p:nvPr/>
        </p:nvCxnSpPr>
        <p:spPr>
          <a:xfrm>
            <a:off x="8233127" y="533423"/>
            <a:ext cx="0" cy="2895577"/>
          </a:xfrm>
          <a:prstGeom prst="line">
            <a:avLst/>
          </a:prstGeom>
          <a:ln w="57150">
            <a:solidFill>
              <a:schemeClr val="accent1">
                <a:lumMod val="50000"/>
              </a:schemeClr>
            </a:solidFill>
          </a:ln>
        </p:spPr>
        <p:style>
          <a:lnRef idx="3">
            <a:schemeClr val="dk1"/>
          </a:lnRef>
          <a:fillRef idx="0">
            <a:schemeClr val="dk1"/>
          </a:fillRef>
          <a:effectRef idx="2">
            <a:schemeClr val="dk1"/>
          </a:effectRef>
          <a:fontRef idx="minor">
            <a:schemeClr val="tx1"/>
          </a:fontRef>
        </p:style>
      </p:cxnSp>
      <p:cxnSp>
        <p:nvCxnSpPr>
          <p:cNvPr id="9" name="Straight Connector 8">
            <a:extLst>
              <a:ext uri="{FF2B5EF4-FFF2-40B4-BE49-F238E27FC236}">
                <a16:creationId xmlns:a16="http://schemas.microsoft.com/office/drawing/2014/main" id="{8EB56930-250D-3606-DA24-508C9E3422D6}"/>
              </a:ext>
            </a:extLst>
          </p:cNvPr>
          <p:cNvCxnSpPr>
            <a:cxnSpLocks/>
          </p:cNvCxnSpPr>
          <p:nvPr/>
        </p:nvCxnSpPr>
        <p:spPr>
          <a:xfrm>
            <a:off x="11075044" y="533423"/>
            <a:ext cx="0" cy="3044167"/>
          </a:xfrm>
          <a:prstGeom prst="line">
            <a:avLst/>
          </a:prstGeom>
          <a:ln w="57150">
            <a:solidFill>
              <a:schemeClr val="accent1">
                <a:lumMod val="50000"/>
              </a:schemeClr>
            </a:solidFill>
          </a:ln>
        </p:spPr>
        <p:style>
          <a:lnRef idx="3">
            <a:schemeClr val="dk1"/>
          </a:lnRef>
          <a:fillRef idx="0">
            <a:schemeClr val="dk1"/>
          </a:fillRef>
          <a:effectRef idx="2">
            <a:schemeClr val="dk1"/>
          </a:effectRef>
          <a:fontRef idx="minor">
            <a:schemeClr val="tx1"/>
          </a:fontRef>
        </p:style>
      </p:cxnSp>
      <p:sp>
        <p:nvSpPr>
          <p:cNvPr id="10" name="TextBox 9">
            <a:extLst>
              <a:ext uri="{FF2B5EF4-FFF2-40B4-BE49-F238E27FC236}">
                <a16:creationId xmlns:a16="http://schemas.microsoft.com/office/drawing/2014/main" id="{61E58948-1D57-B0D9-B445-4B437997CAD2}"/>
              </a:ext>
            </a:extLst>
          </p:cNvPr>
          <p:cNvSpPr txBox="1"/>
          <p:nvPr/>
        </p:nvSpPr>
        <p:spPr>
          <a:xfrm>
            <a:off x="7714788" y="146734"/>
            <a:ext cx="1149487" cy="333224"/>
          </a:xfrm>
          <a:prstGeom prst="rect">
            <a:avLst/>
          </a:prstGeom>
          <a:noFill/>
        </p:spPr>
        <p:txBody>
          <a:bodyPr wrap="square" rtlCol="0">
            <a:spAutoFit/>
          </a:bodyPr>
          <a:lstStyle/>
          <a:p>
            <a:pPr algn="ctr"/>
            <a:r>
              <a:rPr lang="en-IN" dirty="0"/>
              <a:t>Sender</a:t>
            </a:r>
          </a:p>
        </p:txBody>
      </p:sp>
      <p:sp>
        <p:nvSpPr>
          <p:cNvPr id="11" name="TextBox 10">
            <a:extLst>
              <a:ext uri="{FF2B5EF4-FFF2-40B4-BE49-F238E27FC236}">
                <a16:creationId xmlns:a16="http://schemas.microsoft.com/office/drawing/2014/main" id="{9F157658-3C50-D18D-506E-38BC78FF60F4}"/>
              </a:ext>
            </a:extLst>
          </p:cNvPr>
          <p:cNvSpPr txBox="1"/>
          <p:nvPr/>
        </p:nvSpPr>
        <p:spPr>
          <a:xfrm>
            <a:off x="10500300" y="122020"/>
            <a:ext cx="1149487" cy="333224"/>
          </a:xfrm>
          <a:prstGeom prst="rect">
            <a:avLst/>
          </a:prstGeom>
          <a:noFill/>
        </p:spPr>
        <p:txBody>
          <a:bodyPr wrap="square" rtlCol="0">
            <a:spAutoFit/>
          </a:bodyPr>
          <a:lstStyle/>
          <a:p>
            <a:pPr algn="ctr"/>
            <a:r>
              <a:rPr lang="en-IN" dirty="0"/>
              <a:t>Receiver</a:t>
            </a:r>
          </a:p>
        </p:txBody>
      </p:sp>
      <p:grpSp>
        <p:nvGrpSpPr>
          <p:cNvPr id="12" name="Group 11">
            <a:extLst>
              <a:ext uri="{FF2B5EF4-FFF2-40B4-BE49-F238E27FC236}">
                <a16:creationId xmlns:a16="http://schemas.microsoft.com/office/drawing/2014/main" id="{45ECC0B5-3737-0517-3A7D-F6A2C2269964}"/>
              </a:ext>
            </a:extLst>
          </p:cNvPr>
          <p:cNvGrpSpPr/>
          <p:nvPr/>
        </p:nvGrpSpPr>
        <p:grpSpPr>
          <a:xfrm>
            <a:off x="8321926" y="488148"/>
            <a:ext cx="2328571" cy="556027"/>
            <a:chOff x="3517641" y="2818175"/>
            <a:chExt cx="2687216" cy="783441"/>
          </a:xfrm>
        </p:grpSpPr>
        <p:cxnSp>
          <p:nvCxnSpPr>
            <p:cNvPr id="13" name="Straight Arrow Connector 12">
              <a:extLst>
                <a:ext uri="{FF2B5EF4-FFF2-40B4-BE49-F238E27FC236}">
                  <a16:creationId xmlns:a16="http://schemas.microsoft.com/office/drawing/2014/main" id="{6458A77E-64C6-7907-1D37-77B0F8E2823A}"/>
                </a:ext>
              </a:extLst>
            </p:cNvPr>
            <p:cNvCxnSpPr/>
            <p:nvPr/>
          </p:nvCxnSpPr>
          <p:spPr>
            <a:xfrm>
              <a:off x="3517641" y="3200400"/>
              <a:ext cx="2687216" cy="401216"/>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242B2C2D-7A71-0151-49EE-27518CB85AFE}"/>
                </a:ext>
              </a:extLst>
            </p:cNvPr>
            <p:cNvSpPr txBox="1"/>
            <p:nvPr/>
          </p:nvSpPr>
          <p:spPr>
            <a:xfrm rot="455787">
              <a:off x="3997797" y="2818175"/>
              <a:ext cx="1287622" cy="520388"/>
            </a:xfrm>
            <a:prstGeom prst="rect">
              <a:avLst/>
            </a:prstGeom>
            <a:noFill/>
          </p:spPr>
          <p:txBody>
            <a:bodyPr wrap="square" rtlCol="0">
              <a:spAutoFit/>
            </a:bodyPr>
            <a:lstStyle/>
            <a:p>
              <a:r>
                <a:rPr lang="en-IN" b="1" dirty="0">
                  <a:solidFill>
                    <a:srgbClr val="00B0F0"/>
                  </a:solidFill>
                </a:rPr>
                <a:t>Frame 0</a:t>
              </a:r>
            </a:p>
          </p:txBody>
        </p:sp>
      </p:grpSp>
      <p:grpSp>
        <p:nvGrpSpPr>
          <p:cNvPr id="15" name="Group 14">
            <a:extLst>
              <a:ext uri="{FF2B5EF4-FFF2-40B4-BE49-F238E27FC236}">
                <a16:creationId xmlns:a16="http://schemas.microsoft.com/office/drawing/2014/main" id="{030CE30A-675E-C4D9-B4A2-02B8D23748B4}"/>
              </a:ext>
            </a:extLst>
          </p:cNvPr>
          <p:cNvGrpSpPr/>
          <p:nvPr/>
        </p:nvGrpSpPr>
        <p:grpSpPr>
          <a:xfrm>
            <a:off x="8454768" y="917884"/>
            <a:ext cx="2215755" cy="633983"/>
            <a:chOff x="2745377" y="3354429"/>
            <a:chExt cx="2687216" cy="845587"/>
          </a:xfrm>
        </p:grpSpPr>
        <p:cxnSp>
          <p:nvCxnSpPr>
            <p:cNvPr id="16" name="Straight Arrow Connector 15">
              <a:extLst>
                <a:ext uri="{FF2B5EF4-FFF2-40B4-BE49-F238E27FC236}">
                  <a16:creationId xmlns:a16="http://schemas.microsoft.com/office/drawing/2014/main" id="{53F7BCA4-EBE4-0A07-226E-C96D547AA167}"/>
                </a:ext>
              </a:extLst>
            </p:cNvPr>
            <p:cNvCxnSpPr/>
            <p:nvPr/>
          </p:nvCxnSpPr>
          <p:spPr>
            <a:xfrm flipH="1">
              <a:off x="2745377" y="3871842"/>
              <a:ext cx="2687216" cy="32817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81AD1B12-7823-13F7-4057-9ECABBC52152}"/>
                </a:ext>
              </a:extLst>
            </p:cNvPr>
            <p:cNvSpPr txBox="1"/>
            <p:nvPr/>
          </p:nvSpPr>
          <p:spPr>
            <a:xfrm rot="21171301">
              <a:off x="3107984" y="3354429"/>
              <a:ext cx="2323451" cy="492604"/>
            </a:xfrm>
            <a:prstGeom prst="rect">
              <a:avLst/>
            </a:prstGeom>
            <a:noFill/>
          </p:spPr>
          <p:txBody>
            <a:bodyPr wrap="square" rtlCol="0">
              <a:spAutoFit/>
            </a:bodyPr>
            <a:lstStyle/>
            <a:p>
              <a:r>
                <a:rPr lang="en-IN" dirty="0">
                  <a:solidFill>
                    <a:srgbClr val="FF0000"/>
                  </a:solidFill>
                </a:rPr>
                <a:t>Ack 1</a:t>
              </a:r>
            </a:p>
          </p:txBody>
        </p:sp>
      </p:grpSp>
      <p:grpSp>
        <p:nvGrpSpPr>
          <p:cNvPr id="25" name="Group 24">
            <a:extLst>
              <a:ext uri="{FF2B5EF4-FFF2-40B4-BE49-F238E27FC236}">
                <a16:creationId xmlns:a16="http://schemas.microsoft.com/office/drawing/2014/main" id="{C5A34BB3-7EFD-A4DF-87A2-E7294F12D52B}"/>
              </a:ext>
            </a:extLst>
          </p:cNvPr>
          <p:cNvGrpSpPr/>
          <p:nvPr/>
        </p:nvGrpSpPr>
        <p:grpSpPr>
          <a:xfrm>
            <a:off x="8467718" y="1569709"/>
            <a:ext cx="2328571" cy="556027"/>
            <a:chOff x="3517641" y="2818175"/>
            <a:chExt cx="2687216" cy="783441"/>
          </a:xfrm>
        </p:grpSpPr>
        <p:cxnSp>
          <p:nvCxnSpPr>
            <p:cNvPr id="26" name="Straight Arrow Connector 25">
              <a:extLst>
                <a:ext uri="{FF2B5EF4-FFF2-40B4-BE49-F238E27FC236}">
                  <a16:creationId xmlns:a16="http://schemas.microsoft.com/office/drawing/2014/main" id="{6B503C6E-D667-0252-C976-D9000976FF7D}"/>
                </a:ext>
              </a:extLst>
            </p:cNvPr>
            <p:cNvCxnSpPr/>
            <p:nvPr/>
          </p:nvCxnSpPr>
          <p:spPr>
            <a:xfrm>
              <a:off x="3517641" y="3200400"/>
              <a:ext cx="2687216" cy="401216"/>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9B14C20-D11F-8F97-14E5-71A845CFDA13}"/>
                </a:ext>
              </a:extLst>
            </p:cNvPr>
            <p:cNvSpPr txBox="1"/>
            <p:nvPr/>
          </p:nvSpPr>
          <p:spPr>
            <a:xfrm rot="455787">
              <a:off x="3997797" y="2818175"/>
              <a:ext cx="1287622" cy="520388"/>
            </a:xfrm>
            <a:prstGeom prst="rect">
              <a:avLst/>
            </a:prstGeom>
            <a:noFill/>
          </p:spPr>
          <p:txBody>
            <a:bodyPr wrap="square" rtlCol="0">
              <a:spAutoFit/>
            </a:bodyPr>
            <a:lstStyle/>
            <a:p>
              <a:r>
                <a:rPr lang="en-IN" b="1" dirty="0">
                  <a:solidFill>
                    <a:srgbClr val="00B0F0"/>
                  </a:solidFill>
                </a:rPr>
                <a:t>Frame 1</a:t>
              </a:r>
            </a:p>
          </p:txBody>
        </p:sp>
      </p:grpSp>
      <p:grpSp>
        <p:nvGrpSpPr>
          <p:cNvPr id="28" name="Group 27">
            <a:extLst>
              <a:ext uri="{FF2B5EF4-FFF2-40B4-BE49-F238E27FC236}">
                <a16:creationId xmlns:a16="http://schemas.microsoft.com/office/drawing/2014/main" id="{51C0F6AE-6B49-4E47-F8A8-ED5CD42E9E22}"/>
              </a:ext>
            </a:extLst>
          </p:cNvPr>
          <p:cNvGrpSpPr/>
          <p:nvPr/>
        </p:nvGrpSpPr>
        <p:grpSpPr>
          <a:xfrm>
            <a:off x="8600560" y="1999445"/>
            <a:ext cx="2215755" cy="633983"/>
            <a:chOff x="2745377" y="3354429"/>
            <a:chExt cx="2687216" cy="845587"/>
          </a:xfrm>
        </p:grpSpPr>
        <p:cxnSp>
          <p:nvCxnSpPr>
            <p:cNvPr id="29" name="Straight Arrow Connector 28">
              <a:extLst>
                <a:ext uri="{FF2B5EF4-FFF2-40B4-BE49-F238E27FC236}">
                  <a16:creationId xmlns:a16="http://schemas.microsoft.com/office/drawing/2014/main" id="{42F242F1-3F7A-AA0D-3519-2325FB29431A}"/>
                </a:ext>
              </a:extLst>
            </p:cNvPr>
            <p:cNvCxnSpPr/>
            <p:nvPr/>
          </p:nvCxnSpPr>
          <p:spPr>
            <a:xfrm flipH="1">
              <a:off x="2745377" y="3871842"/>
              <a:ext cx="2687216" cy="32817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43ECF63-B8C5-918B-1E93-A19A6F7D3430}"/>
                </a:ext>
              </a:extLst>
            </p:cNvPr>
            <p:cNvSpPr txBox="1"/>
            <p:nvPr/>
          </p:nvSpPr>
          <p:spPr>
            <a:xfrm rot="21171301">
              <a:off x="3107984" y="3354429"/>
              <a:ext cx="2323451" cy="492604"/>
            </a:xfrm>
            <a:prstGeom prst="rect">
              <a:avLst/>
            </a:prstGeom>
            <a:noFill/>
          </p:spPr>
          <p:txBody>
            <a:bodyPr wrap="square" rtlCol="0">
              <a:spAutoFit/>
            </a:bodyPr>
            <a:lstStyle/>
            <a:p>
              <a:r>
                <a:rPr lang="en-IN" dirty="0">
                  <a:solidFill>
                    <a:srgbClr val="FF0000"/>
                  </a:solidFill>
                </a:rPr>
                <a:t>Ack 0</a:t>
              </a:r>
            </a:p>
          </p:txBody>
        </p:sp>
      </p:grpSp>
      <p:grpSp>
        <p:nvGrpSpPr>
          <p:cNvPr id="31" name="Group 30">
            <a:extLst>
              <a:ext uri="{FF2B5EF4-FFF2-40B4-BE49-F238E27FC236}">
                <a16:creationId xmlns:a16="http://schemas.microsoft.com/office/drawing/2014/main" id="{C68991A9-4905-3DEF-BB8A-1250151F20BE}"/>
              </a:ext>
            </a:extLst>
          </p:cNvPr>
          <p:cNvGrpSpPr/>
          <p:nvPr/>
        </p:nvGrpSpPr>
        <p:grpSpPr>
          <a:xfrm>
            <a:off x="8635737" y="2630159"/>
            <a:ext cx="2328571" cy="556027"/>
            <a:chOff x="3517641" y="2818175"/>
            <a:chExt cx="2687216" cy="783441"/>
          </a:xfrm>
        </p:grpSpPr>
        <p:cxnSp>
          <p:nvCxnSpPr>
            <p:cNvPr id="32" name="Straight Arrow Connector 31">
              <a:extLst>
                <a:ext uri="{FF2B5EF4-FFF2-40B4-BE49-F238E27FC236}">
                  <a16:creationId xmlns:a16="http://schemas.microsoft.com/office/drawing/2014/main" id="{574B79EC-5CB0-784D-32E9-CD9CE46E3B06}"/>
                </a:ext>
              </a:extLst>
            </p:cNvPr>
            <p:cNvCxnSpPr/>
            <p:nvPr/>
          </p:nvCxnSpPr>
          <p:spPr>
            <a:xfrm>
              <a:off x="3517641" y="3200400"/>
              <a:ext cx="2687216" cy="401216"/>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D297133-FA80-0360-410B-19AA8490444F}"/>
                </a:ext>
              </a:extLst>
            </p:cNvPr>
            <p:cNvSpPr txBox="1"/>
            <p:nvPr/>
          </p:nvSpPr>
          <p:spPr>
            <a:xfrm rot="455787">
              <a:off x="3997797" y="2818175"/>
              <a:ext cx="1287622" cy="520388"/>
            </a:xfrm>
            <a:prstGeom prst="rect">
              <a:avLst/>
            </a:prstGeom>
            <a:noFill/>
          </p:spPr>
          <p:txBody>
            <a:bodyPr wrap="square" rtlCol="0">
              <a:spAutoFit/>
            </a:bodyPr>
            <a:lstStyle/>
            <a:p>
              <a:r>
                <a:rPr lang="en-IN" b="1" dirty="0">
                  <a:solidFill>
                    <a:srgbClr val="00B0F0"/>
                  </a:solidFill>
                </a:rPr>
                <a:t>Frame 1</a:t>
              </a:r>
            </a:p>
          </p:txBody>
        </p:sp>
      </p:grpSp>
      <p:grpSp>
        <p:nvGrpSpPr>
          <p:cNvPr id="36" name="Group 35">
            <a:extLst>
              <a:ext uri="{FF2B5EF4-FFF2-40B4-BE49-F238E27FC236}">
                <a16:creationId xmlns:a16="http://schemas.microsoft.com/office/drawing/2014/main" id="{84142146-D447-C3AD-2884-31BAED379EEA}"/>
              </a:ext>
            </a:extLst>
          </p:cNvPr>
          <p:cNvGrpSpPr/>
          <p:nvPr/>
        </p:nvGrpSpPr>
        <p:grpSpPr>
          <a:xfrm>
            <a:off x="8718484" y="3013588"/>
            <a:ext cx="2124213" cy="558528"/>
            <a:chOff x="2745377" y="3455069"/>
            <a:chExt cx="2702233" cy="744947"/>
          </a:xfrm>
        </p:grpSpPr>
        <p:cxnSp>
          <p:nvCxnSpPr>
            <p:cNvPr id="37" name="Straight Arrow Connector 36">
              <a:extLst>
                <a:ext uri="{FF2B5EF4-FFF2-40B4-BE49-F238E27FC236}">
                  <a16:creationId xmlns:a16="http://schemas.microsoft.com/office/drawing/2014/main" id="{F407DF31-A2DD-F966-C40C-2CA585D1D2E4}"/>
                </a:ext>
              </a:extLst>
            </p:cNvPr>
            <p:cNvCxnSpPr/>
            <p:nvPr/>
          </p:nvCxnSpPr>
          <p:spPr>
            <a:xfrm flipH="1">
              <a:off x="2745377" y="3871842"/>
              <a:ext cx="2687216" cy="328174"/>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64998B29-038D-B39C-B8CF-4AFAAA38D46A}"/>
                </a:ext>
              </a:extLst>
            </p:cNvPr>
            <p:cNvSpPr txBox="1"/>
            <p:nvPr/>
          </p:nvSpPr>
          <p:spPr>
            <a:xfrm rot="21171301">
              <a:off x="3124159" y="3455069"/>
              <a:ext cx="2323451" cy="492604"/>
            </a:xfrm>
            <a:prstGeom prst="rect">
              <a:avLst/>
            </a:prstGeom>
            <a:noFill/>
          </p:spPr>
          <p:txBody>
            <a:bodyPr wrap="square" rtlCol="0">
              <a:spAutoFit/>
            </a:bodyPr>
            <a:lstStyle/>
            <a:p>
              <a:r>
                <a:rPr lang="en-IN" dirty="0">
                  <a:solidFill>
                    <a:srgbClr val="FF0000"/>
                  </a:solidFill>
                </a:rPr>
                <a:t>Ack 0</a:t>
              </a:r>
            </a:p>
          </p:txBody>
        </p:sp>
      </p:grpSp>
      <p:sp>
        <p:nvSpPr>
          <p:cNvPr id="39" name="TextBox 38">
            <a:extLst>
              <a:ext uri="{FF2B5EF4-FFF2-40B4-BE49-F238E27FC236}">
                <a16:creationId xmlns:a16="http://schemas.microsoft.com/office/drawing/2014/main" id="{304195D3-F972-A1D5-25FE-F700A78DA30F}"/>
              </a:ext>
            </a:extLst>
          </p:cNvPr>
          <p:cNvSpPr txBox="1"/>
          <p:nvPr/>
        </p:nvSpPr>
        <p:spPr>
          <a:xfrm>
            <a:off x="11040806" y="2826602"/>
            <a:ext cx="1077035" cy="646331"/>
          </a:xfrm>
          <a:prstGeom prst="rect">
            <a:avLst/>
          </a:prstGeom>
          <a:noFill/>
        </p:spPr>
        <p:txBody>
          <a:bodyPr wrap="square" rtlCol="0">
            <a:spAutoFit/>
          </a:bodyPr>
          <a:lstStyle/>
          <a:p>
            <a:r>
              <a:rPr lang="en-IN" dirty="0">
                <a:solidFill>
                  <a:srgbClr val="FF0000"/>
                </a:solidFill>
              </a:rPr>
              <a:t>Frame Rejected</a:t>
            </a:r>
          </a:p>
        </p:txBody>
      </p:sp>
    </p:spTree>
    <p:extLst>
      <p:ext uri="{BB962C8B-B14F-4D97-AF65-F5344CB8AC3E}">
        <p14:creationId xmlns:p14="http://schemas.microsoft.com/office/powerpoint/2010/main" val="8064202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C0879-4C50-025C-906D-8E1FE981A5BC}"/>
              </a:ext>
            </a:extLst>
          </p:cNvPr>
          <p:cNvSpPr>
            <a:spLocks noGrp="1"/>
          </p:cNvSpPr>
          <p:nvPr>
            <p:ph type="title"/>
          </p:nvPr>
        </p:nvSpPr>
        <p:spPr/>
        <p:txBody>
          <a:bodyPr/>
          <a:lstStyle/>
          <a:p>
            <a:r>
              <a:rPr lang="en-US" dirty="0"/>
              <a:t>Protocol 3 (Stop-and-Wait ARQ)</a:t>
            </a:r>
            <a:endParaRPr lang="en-IN" dirty="0"/>
          </a:p>
        </p:txBody>
      </p:sp>
      <p:sp>
        <p:nvSpPr>
          <p:cNvPr id="6" name="Content Placeholder 5">
            <a:extLst>
              <a:ext uri="{FF2B5EF4-FFF2-40B4-BE49-F238E27FC236}">
                <a16:creationId xmlns:a16="http://schemas.microsoft.com/office/drawing/2014/main" id="{36B114F5-CEE7-3203-46E7-9AD8D6C2794D}"/>
              </a:ext>
            </a:extLst>
          </p:cNvPr>
          <p:cNvSpPr>
            <a:spLocks noGrp="1"/>
          </p:cNvSpPr>
          <p:nvPr>
            <p:ph idx="1"/>
          </p:nvPr>
        </p:nvSpPr>
        <p:spPr/>
        <p:txBody>
          <a:bodyPr/>
          <a:lstStyle/>
          <a:p>
            <a:r>
              <a:rPr lang="en-US" b="1" dirty="0"/>
              <a:t>Stop-and-Wait ARQ (Automatic Repeat </a:t>
            </a:r>
            <a:r>
              <a:rPr lang="en-US" b="1" dirty="0" err="1"/>
              <a:t>reQuest</a:t>
            </a:r>
            <a:r>
              <a:rPr lang="en-US" b="1" dirty="0"/>
              <a:t>) or PAR (Positive Acknowledgement with Retransmission)</a:t>
            </a:r>
            <a:r>
              <a:rPr lang="en-US" dirty="0"/>
              <a:t> protocol, ensuring reliable communication through acknowledgments and retransmissions.</a:t>
            </a:r>
          </a:p>
          <a:p>
            <a:r>
              <a:rPr lang="en-US" dirty="0"/>
              <a:t>Sequence Number Management:</a:t>
            </a:r>
          </a:p>
          <a:p>
            <a:pPr lvl="1"/>
            <a:r>
              <a:rPr lang="en-US" dirty="0"/>
              <a:t>The sender stores the sequence number of the next frame to send (</a:t>
            </a:r>
            <a:r>
              <a:rPr lang="en-US" dirty="0" err="1"/>
              <a:t>next_frame_to_send</a:t>
            </a:r>
            <a:r>
              <a:rPr lang="en-US" dirty="0"/>
              <a:t>).</a:t>
            </a:r>
          </a:p>
          <a:p>
            <a:pPr lvl="1"/>
            <a:r>
              <a:rPr lang="en-US" dirty="0"/>
              <a:t>The receiver stores the sequence number of the next expected frame (</a:t>
            </a:r>
            <a:r>
              <a:rPr lang="en-US" dirty="0" err="1"/>
              <a:t>frame_expected</a:t>
            </a:r>
            <a:r>
              <a:rPr lang="en-US" dirty="0"/>
              <a:t>).</a:t>
            </a:r>
          </a:p>
          <a:p>
            <a:pPr lvl="1"/>
            <a:r>
              <a:rPr lang="en-US" dirty="0"/>
              <a:t>When a frame arrives, the receiver checks the sequence number to detect duplicates.</a:t>
            </a:r>
          </a:p>
          <a:p>
            <a:endParaRPr lang="en-IN" dirty="0"/>
          </a:p>
        </p:txBody>
      </p:sp>
    </p:spTree>
    <p:extLst>
      <p:ext uri="{BB962C8B-B14F-4D97-AF65-F5344CB8AC3E}">
        <p14:creationId xmlns:p14="http://schemas.microsoft.com/office/powerpoint/2010/main" val="12677731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C0879-4C50-025C-906D-8E1FE981A5BC}"/>
              </a:ext>
            </a:extLst>
          </p:cNvPr>
          <p:cNvSpPr>
            <a:spLocks noGrp="1"/>
          </p:cNvSpPr>
          <p:nvPr>
            <p:ph type="title"/>
          </p:nvPr>
        </p:nvSpPr>
        <p:spPr/>
        <p:txBody>
          <a:bodyPr/>
          <a:lstStyle/>
          <a:p>
            <a:r>
              <a:rPr lang="en-US" dirty="0"/>
              <a:t>Protocol 3 (Stop-and-Wait ARQ)</a:t>
            </a:r>
            <a:endParaRPr lang="en-IN" dirty="0"/>
          </a:p>
        </p:txBody>
      </p:sp>
      <p:sp>
        <p:nvSpPr>
          <p:cNvPr id="3" name="Content Placeholder 2">
            <a:extLst>
              <a:ext uri="{FF2B5EF4-FFF2-40B4-BE49-F238E27FC236}">
                <a16:creationId xmlns:a16="http://schemas.microsoft.com/office/drawing/2014/main" id="{CADDA6CF-1369-8D89-5BF3-BC87585988AF}"/>
              </a:ext>
            </a:extLst>
          </p:cNvPr>
          <p:cNvSpPr>
            <a:spLocks noGrp="1"/>
          </p:cNvSpPr>
          <p:nvPr>
            <p:ph idx="1"/>
          </p:nvPr>
        </p:nvSpPr>
        <p:spPr>
          <a:xfrm>
            <a:off x="838200" y="1411097"/>
            <a:ext cx="10515600" cy="5081778"/>
          </a:xfrm>
        </p:spPr>
        <p:txBody>
          <a:bodyPr>
            <a:normAutofit lnSpcReduction="10000"/>
          </a:bodyPr>
          <a:lstStyle/>
          <a:p>
            <a:r>
              <a:rPr lang="en-US" dirty="0"/>
              <a:t>Timer-Based Retransmission:</a:t>
            </a:r>
          </a:p>
          <a:p>
            <a:pPr lvl="1"/>
            <a:r>
              <a:rPr lang="en-US" dirty="0"/>
              <a:t>Sender starts a timer when a frame is transmitted.</a:t>
            </a:r>
          </a:p>
          <a:p>
            <a:pPr lvl="1"/>
            <a:r>
              <a:rPr lang="en-US" dirty="0"/>
              <a:t>If an ACK is received correctly, the sender advances to the next frame.</a:t>
            </a:r>
          </a:p>
          <a:p>
            <a:pPr lvl="1"/>
            <a:r>
              <a:rPr lang="en-US" dirty="0"/>
              <a:t>If the ACK is lost or corrupted, or the timer expires, the sender retransmits the last frame.</a:t>
            </a:r>
          </a:p>
          <a:p>
            <a:pPr lvl="1"/>
            <a:r>
              <a:rPr lang="en-US" dirty="0"/>
              <a:t>If a damaged frame is received, the receiver discards it and resends the last ACK</a:t>
            </a:r>
          </a:p>
          <a:p>
            <a:r>
              <a:rPr lang="en-US" dirty="0"/>
              <a:t>Handling Transmission Errors:</a:t>
            </a:r>
          </a:p>
          <a:p>
            <a:pPr lvl="1"/>
            <a:r>
              <a:rPr lang="en-US" dirty="0"/>
              <a:t>Duplicate Frames: The receiver checks the sequence number; if the frame is a duplicate, it is discarded, but the last ACK is resent.</a:t>
            </a:r>
          </a:p>
          <a:p>
            <a:pPr lvl="1"/>
            <a:r>
              <a:rPr lang="en-US" dirty="0"/>
              <a:t>Lost or Corrupted Frames: The sender retransmits the last frame upon timeout.</a:t>
            </a:r>
          </a:p>
          <a:p>
            <a:pPr lvl="1"/>
            <a:r>
              <a:rPr lang="en-US" dirty="0"/>
              <a:t>Lost Acknowledgments: If an ACK is lost, the sender times out and resends the last frame, which the receiver recognizes as a duplicate and ignores.</a:t>
            </a:r>
            <a:endParaRPr lang="en-IN" dirty="0"/>
          </a:p>
        </p:txBody>
      </p:sp>
    </p:spTree>
    <p:extLst>
      <p:ext uri="{BB962C8B-B14F-4D97-AF65-F5344CB8AC3E}">
        <p14:creationId xmlns:p14="http://schemas.microsoft.com/office/powerpoint/2010/main" val="1273228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57C7B-71BF-ADAA-5C7D-36436436FD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46B7A8-7D45-EC22-BA2D-EFBB9CB60482}"/>
              </a:ext>
            </a:extLst>
          </p:cNvPr>
          <p:cNvSpPr>
            <a:spLocks noGrp="1"/>
          </p:cNvSpPr>
          <p:nvPr>
            <p:ph type="title"/>
          </p:nvPr>
        </p:nvSpPr>
        <p:spPr>
          <a:xfrm>
            <a:off x="423672" y="170651"/>
            <a:ext cx="10515600" cy="1325563"/>
          </a:xfrm>
        </p:spPr>
        <p:txBody>
          <a:bodyPr/>
          <a:lstStyle/>
          <a:p>
            <a:r>
              <a:rPr lang="en-IN" dirty="0"/>
              <a:t>Example : </a:t>
            </a:r>
            <a:r>
              <a:rPr lang="en-US" dirty="0"/>
              <a:t>Protocol 3 (Stop-and-Wait ARQ)</a:t>
            </a:r>
            <a:endParaRPr lang="en-IN" dirty="0"/>
          </a:p>
        </p:txBody>
      </p:sp>
      <p:cxnSp>
        <p:nvCxnSpPr>
          <p:cNvPr id="7" name="Straight Connector 6">
            <a:extLst>
              <a:ext uri="{FF2B5EF4-FFF2-40B4-BE49-F238E27FC236}">
                <a16:creationId xmlns:a16="http://schemas.microsoft.com/office/drawing/2014/main" id="{272CA757-F7B5-B31F-2255-BE30CBF95AC2}"/>
              </a:ext>
            </a:extLst>
          </p:cNvPr>
          <p:cNvCxnSpPr/>
          <p:nvPr/>
        </p:nvCxnSpPr>
        <p:spPr>
          <a:xfrm>
            <a:off x="3255435" y="1690688"/>
            <a:ext cx="0" cy="4084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646052-D632-38BF-6E40-EF735B7E7A2E}"/>
              </a:ext>
            </a:extLst>
          </p:cNvPr>
          <p:cNvCxnSpPr/>
          <p:nvPr/>
        </p:nvCxnSpPr>
        <p:spPr>
          <a:xfrm>
            <a:off x="6470818" y="1523819"/>
            <a:ext cx="0" cy="408432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0DEDD55-0C0B-2EE3-C6C5-BD28C1D14432}"/>
              </a:ext>
            </a:extLst>
          </p:cNvPr>
          <p:cNvSpPr/>
          <p:nvPr/>
        </p:nvSpPr>
        <p:spPr>
          <a:xfrm rot="361515">
            <a:off x="3271075" y="2001269"/>
            <a:ext cx="3206494" cy="216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t>FRAME 0</a:t>
            </a:r>
          </a:p>
        </p:txBody>
      </p:sp>
      <p:pic>
        <p:nvPicPr>
          <p:cNvPr id="13" name="Graphic 12" descr="Stopwatch with solid fill">
            <a:extLst>
              <a:ext uri="{FF2B5EF4-FFF2-40B4-BE49-F238E27FC236}">
                <a16:creationId xmlns:a16="http://schemas.microsoft.com/office/drawing/2014/main" id="{99B73A55-F16F-EC35-B3A2-2DB8FD3926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783729" y="1818480"/>
            <a:ext cx="324000" cy="324000"/>
          </a:xfrm>
          <a:prstGeom prst="rect">
            <a:avLst/>
          </a:prstGeom>
        </p:spPr>
      </p:pic>
      <p:sp>
        <p:nvSpPr>
          <p:cNvPr id="14" name="Rectangle 13">
            <a:extLst>
              <a:ext uri="{FF2B5EF4-FFF2-40B4-BE49-F238E27FC236}">
                <a16:creationId xmlns:a16="http://schemas.microsoft.com/office/drawing/2014/main" id="{3CD6CD63-23C9-EDAE-ED03-156267FE0AC3}"/>
              </a:ext>
            </a:extLst>
          </p:cNvPr>
          <p:cNvSpPr/>
          <p:nvPr/>
        </p:nvSpPr>
        <p:spPr>
          <a:xfrm rot="21254964">
            <a:off x="3256736" y="2571869"/>
            <a:ext cx="3240000" cy="21600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200" dirty="0"/>
              <a:t>Ack 1</a:t>
            </a:r>
          </a:p>
        </p:txBody>
      </p:sp>
      <p:cxnSp>
        <p:nvCxnSpPr>
          <p:cNvPr id="16" name="Straight Connector 15">
            <a:extLst>
              <a:ext uri="{FF2B5EF4-FFF2-40B4-BE49-F238E27FC236}">
                <a16:creationId xmlns:a16="http://schemas.microsoft.com/office/drawing/2014/main" id="{BEF74D8C-0BA4-CF3E-9A53-8D0504085F98}"/>
              </a:ext>
            </a:extLst>
          </p:cNvPr>
          <p:cNvCxnSpPr>
            <a:cxnSpLocks/>
          </p:cNvCxnSpPr>
          <p:nvPr/>
        </p:nvCxnSpPr>
        <p:spPr>
          <a:xfrm>
            <a:off x="2945729" y="2130288"/>
            <a:ext cx="0" cy="612000"/>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a:extLst>
              <a:ext uri="{FF2B5EF4-FFF2-40B4-BE49-F238E27FC236}">
                <a16:creationId xmlns:a16="http://schemas.microsoft.com/office/drawing/2014/main" id="{7A5585EB-7C61-A379-110E-8E5294C439A8}"/>
              </a:ext>
            </a:extLst>
          </p:cNvPr>
          <p:cNvSpPr/>
          <p:nvPr/>
        </p:nvSpPr>
        <p:spPr>
          <a:xfrm>
            <a:off x="2880656" y="2754480"/>
            <a:ext cx="144000" cy="108000"/>
          </a:xfrm>
          <a:prstGeom prst="ellips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1" name="Picture 20">
            <a:extLst>
              <a:ext uri="{FF2B5EF4-FFF2-40B4-BE49-F238E27FC236}">
                <a16:creationId xmlns:a16="http://schemas.microsoft.com/office/drawing/2014/main" id="{B03B7163-049B-F79C-E2BD-2AC354932F05}"/>
              </a:ext>
            </a:extLst>
          </p:cNvPr>
          <p:cNvPicPr>
            <a:picLocks noChangeAspect="1"/>
          </p:cNvPicPr>
          <p:nvPr/>
        </p:nvPicPr>
        <p:blipFill>
          <a:blip r:embed="rId4"/>
          <a:stretch>
            <a:fillRect/>
          </a:stretch>
        </p:blipFill>
        <p:spPr>
          <a:xfrm>
            <a:off x="2217682" y="1082992"/>
            <a:ext cx="6377678" cy="5569284"/>
          </a:xfrm>
          <a:prstGeom prst="rect">
            <a:avLst/>
          </a:prstGeom>
        </p:spPr>
      </p:pic>
    </p:spTree>
    <p:extLst>
      <p:ext uri="{BB962C8B-B14F-4D97-AF65-F5344CB8AC3E}">
        <p14:creationId xmlns:p14="http://schemas.microsoft.com/office/powerpoint/2010/main" val="63772828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5088D-57F6-BC7B-34F9-2DCCE5B81D6D}"/>
              </a:ext>
            </a:extLst>
          </p:cNvPr>
          <p:cNvSpPr>
            <a:spLocks noGrp="1"/>
          </p:cNvSpPr>
          <p:nvPr>
            <p:ph type="title"/>
          </p:nvPr>
        </p:nvSpPr>
        <p:spPr/>
        <p:txBody>
          <a:bodyPr/>
          <a:lstStyle/>
          <a:p>
            <a:r>
              <a:rPr lang="en-IN" dirty="0"/>
              <a:t>SLIDING WINDOW PROTOCOLS</a:t>
            </a:r>
          </a:p>
        </p:txBody>
      </p:sp>
      <p:sp>
        <p:nvSpPr>
          <p:cNvPr id="3" name="Content Placeholder 2">
            <a:extLst>
              <a:ext uri="{FF2B5EF4-FFF2-40B4-BE49-F238E27FC236}">
                <a16:creationId xmlns:a16="http://schemas.microsoft.com/office/drawing/2014/main" id="{D00F9A19-E543-3A17-6785-EEABFE8689AB}"/>
              </a:ext>
            </a:extLst>
          </p:cNvPr>
          <p:cNvSpPr>
            <a:spLocks noGrp="1"/>
          </p:cNvSpPr>
          <p:nvPr>
            <p:ph idx="1"/>
          </p:nvPr>
        </p:nvSpPr>
        <p:spPr>
          <a:xfrm>
            <a:off x="838200" y="1459866"/>
            <a:ext cx="10515600" cy="3898716"/>
          </a:xfrm>
        </p:spPr>
        <p:txBody>
          <a:bodyPr>
            <a:normAutofit/>
          </a:bodyPr>
          <a:lstStyle/>
          <a:p>
            <a:r>
              <a:rPr lang="en-US" dirty="0"/>
              <a:t>In traditional simplex communication protocols, data frames are transmitted in only one direction, requiring a separate channel for acknowledgments.</a:t>
            </a:r>
          </a:p>
          <a:p>
            <a:r>
              <a:rPr lang="en-US" dirty="0"/>
              <a:t>This leads to inefficient use of the reverse channel, which mostly carries small acknowledgment packets while having the capacity to transmit much more.</a:t>
            </a:r>
          </a:p>
          <a:p>
            <a:pPr algn="just"/>
            <a:r>
              <a:rPr lang="en-US" dirty="0"/>
              <a:t>A more efficient way to implement full-duplex communication is to </a:t>
            </a:r>
            <a:r>
              <a:rPr lang="en-US" b="1" dirty="0"/>
              <a:t>combine the forward and reverse channels</a:t>
            </a:r>
            <a:r>
              <a:rPr lang="en-US" dirty="0"/>
              <a:t> into a single bidirectional link.</a:t>
            </a:r>
          </a:p>
        </p:txBody>
      </p:sp>
    </p:spTree>
    <p:extLst>
      <p:ext uri="{BB962C8B-B14F-4D97-AF65-F5344CB8AC3E}">
        <p14:creationId xmlns:p14="http://schemas.microsoft.com/office/powerpoint/2010/main" val="33523487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52E2-7970-C603-4F3A-CC1EF70CC95B}"/>
              </a:ext>
            </a:extLst>
          </p:cNvPr>
          <p:cNvSpPr>
            <a:spLocks noGrp="1"/>
          </p:cNvSpPr>
          <p:nvPr>
            <p:ph type="title"/>
          </p:nvPr>
        </p:nvSpPr>
        <p:spPr/>
        <p:txBody>
          <a:bodyPr/>
          <a:lstStyle/>
          <a:p>
            <a:r>
              <a:rPr lang="en-IN" dirty="0"/>
              <a:t>SLIDING WINDOW PROTOCOLS</a:t>
            </a:r>
          </a:p>
        </p:txBody>
      </p:sp>
      <p:sp>
        <p:nvSpPr>
          <p:cNvPr id="3" name="Content Placeholder 2">
            <a:extLst>
              <a:ext uri="{FF2B5EF4-FFF2-40B4-BE49-F238E27FC236}">
                <a16:creationId xmlns:a16="http://schemas.microsoft.com/office/drawing/2014/main" id="{E826715E-917E-E4F0-0FD9-D00AF9BC32B5}"/>
              </a:ext>
            </a:extLst>
          </p:cNvPr>
          <p:cNvSpPr>
            <a:spLocks noGrp="1"/>
          </p:cNvSpPr>
          <p:nvPr>
            <p:ph idx="1"/>
          </p:nvPr>
        </p:nvSpPr>
        <p:spPr>
          <a:xfrm>
            <a:off x="838200" y="1481495"/>
            <a:ext cx="10515600" cy="5011379"/>
          </a:xfrm>
        </p:spPr>
        <p:txBody>
          <a:bodyPr>
            <a:normAutofit lnSpcReduction="10000"/>
          </a:bodyPr>
          <a:lstStyle/>
          <a:p>
            <a:r>
              <a:rPr lang="en-US" dirty="0"/>
              <a:t>Several techniques can help achieve this:</a:t>
            </a:r>
          </a:p>
          <a:p>
            <a:pPr lvl="1" algn="just"/>
            <a:r>
              <a:rPr lang="en-US" b="1" dirty="0"/>
              <a:t>Piggybacking:</a:t>
            </a:r>
            <a:r>
              <a:rPr lang="en-US" dirty="0"/>
              <a:t> Instead of sending acknowledgments separately, they can be attached to outgoing data frames. This reduces the need for dedicated acknowledgment frames, improving channel utilization.</a:t>
            </a:r>
          </a:p>
          <a:p>
            <a:pPr lvl="1" algn="just"/>
            <a:r>
              <a:rPr lang="en-US" b="1" dirty="0"/>
              <a:t>Sliding Window Protocols</a:t>
            </a:r>
            <a:r>
              <a:rPr lang="en-US" dirty="0"/>
              <a:t>: These protocols (like Go-Back-N and Selective Repeat) allow multiple frames to be sent before receiving an acknowledgment, making better use of available bandwidth.</a:t>
            </a:r>
          </a:p>
          <a:p>
            <a:pPr lvl="1" algn="just"/>
            <a:r>
              <a:rPr lang="en-US" b="1" dirty="0"/>
              <a:t>Statistical Multiplexing:</a:t>
            </a:r>
            <a:r>
              <a:rPr lang="en-US" dirty="0"/>
              <a:t> By dynamically allocating bandwidth between data and acknowledgments, the link can be used more efficiently.</a:t>
            </a:r>
          </a:p>
          <a:p>
            <a:pPr lvl="1" algn="just"/>
            <a:r>
              <a:rPr lang="en-US" b="1" dirty="0"/>
              <a:t>Time-Division Duplexing (TDD): </a:t>
            </a:r>
            <a:r>
              <a:rPr lang="en-US" dirty="0"/>
              <a:t>If a single physical medium is used, the link can alternate between transmitting and receiving based on a time schedule, reducing idle time.</a:t>
            </a:r>
          </a:p>
          <a:p>
            <a:pPr lvl="1" algn="just"/>
            <a:r>
              <a:rPr lang="en-US" b="1" dirty="0"/>
              <a:t>Frequency-Division Duplexing (FDD):</a:t>
            </a:r>
            <a:r>
              <a:rPr lang="en-US" dirty="0"/>
              <a:t> If two frequency bands are available, one can be used for sending data and the other for acknowledgments, reducing waste.</a:t>
            </a:r>
            <a:endParaRPr lang="en-IN" dirty="0"/>
          </a:p>
        </p:txBody>
      </p:sp>
    </p:spTree>
    <p:extLst>
      <p:ext uri="{BB962C8B-B14F-4D97-AF65-F5344CB8AC3E}">
        <p14:creationId xmlns:p14="http://schemas.microsoft.com/office/powerpoint/2010/main" val="36237742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B2741-3117-5E46-45A6-19A67F33162E}"/>
              </a:ext>
            </a:extLst>
          </p:cNvPr>
          <p:cNvSpPr>
            <a:spLocks noGrp="1"/>
          </p:cNvSpPr>
          <p:nvPr>
            <p:ph type="title"/>
          </p:nvPr>
        </p:nvSpPr>
        <p:spPr/>
        <p:txBody>
          <a:bodyPr/>
          <a:lstStyle/>
          <a:p>
            <a:r>
              <a:rPr lang="en-US" b="1" dirty="0"/>
              <a:t>Piggybacking</a:t>
            </a:r>
            <a:endParaRPr lang="en-IN" dirty="0"/>
          </a:p>
        </p:txBody>
      </p:sp>
      <p:pic>
        <p:nvPicPr>
          <p:cNvPr id="2050" name="Picture 2">
            <a:extLst>
              <a:ext uri="{FF2B5EF4-FFF2-40B4-BE49-F238E27FC236}">
                <a16:creationId xmlns:a16="http://schemas.microsoft.com/office/drawing/2014/main" id="{8C19D162-1C9A-68D3-EF6E-9E17704578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0450" y="1464086"/>
            <a:ext cx="7931100" cy="4921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51700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B9C6F-89E7-0ACA-EA7C-5ADE348B6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59D3B-6A09-F4B0-49EF-BB71868686D8}"/>
              </a:ext>
            </a:extLst>
          </p:cNvPr>
          <p:cNvSpPr>
            <a:spLocks noGrp="1"/>
          </p:cNvSpPr>
          <p:nvPr>
            <p:ph type="title"/>
          </p:nvPr>
        </p:nvSpPr>
        <p:spPr/>
        <p:txBody>
          <a:bodyPr/>
          <a:lstStyle/>
          <a:p>
            <a:r>
              <a:rPr lang="en-US" b="1" dirty="0"/>
              <a:t>Piggybacking</a:t>
            </a:r>
            <a:endParaRPr lang="en-IN" dirty="0"/>
          </a:p>
        </p:txBody>
      </p:sp>
      <p:sp>
        <p:nvSpPr>
          <p:cNvPr id="3" name="Content Placeholder 2">
            <a:extLst>
              <a:ext uri="{FF2B5EF4-FFF2-40B4-BE49-F238E27FC236}">
                <a16:creationId xmlns:a16="http://schemas.microsoft.com/office/drawing/2014/main" id="{530CC564-9329-19EB-8DAE-AE93D9C512DA}"/>
              </a:ext>
            </a:extLst>
          </p:cNvPr>
          <p:cNvSpPr>
            <a:spLocks noGrp="1"/>
          </p:cNvSpPr>
          <p:nvPr>
            <p:ph idx="1"/>
          </p:nvPr>
        </p:nvSpPr>
        <p:spPr>
          <a:xfrm>
            <a:off x="838200" y="1481495"/>
            <a:ext cx="10515600" cy="5011379"/>
          </a:xfrm>
        </p:spPr>
        <p:txBody>
          <a:bodyPr>
            <a:normAutofit/>
          </a:bodyPr>
          <a:lstStyle/>
          <a:p>
            <a:pPr algn="just"/>
            <a:r>
              <a:rPr lang="en-US" dirty="0"/>
              <a:t>Instead of using separate physical links for data and acknowledgments, the same link is used for both directions.</a:t>
            </a:r>
          </a:p>
          <a:p>
            <a:pPr algn="just"/>
            <a:r>
              <a:rPr lang="en-US" dirty="0"/>
              <a:t>Data frames and acknowledgment frames are intermixed, identified using a "kind" field in the header.</a:t>
            </a:r>
          </a:p>
          <a:p>
            <a:pPr algn="just"/>
            <a:r>
              <a:rPr lang="en-US" dirty="0"/>
              <a:t>Instead of sending separate acknowledgment frames, the receiver waits for the next outgoing data frame and attaches the acknowledgment to it.</a:t>
            </a:r>
          </a:p>
          <a:p>
            <a:pPr algn="just"/>
            <a:r>
              <a:rPr lang="en-US" dirty="0"/>
              <a:t>Piggybacking reduces the number of frames transmitted, making better use of the channel.</a:t>
            </a:r>
          </a:p>
          <a:p>
            <a:pPr algn="just"/>
            <a:r>
              <a:rPr lang="en-US" dirty="0"/>
              <a:t>Fewer frames mean less overhead for both sender and receiver, reducing processing requirements.</a:t>
            </a:r>
            <a:endParaRPr lang="en-IN" dirty="0"/>
          </a:p>
        </p:txBody>
      </p:sp>
    </p:spTree>
    <p:extLst>
      <p:ext uri="{BB962C8B-B14F-4D97-AF65-F5344CB8AC3E}">
        <p14:creationId xmlns:p14="http://schemas.microsoft.com/office/powerpoint/2010/main" val="152822642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3386-055B-31A9-F01D-55522DFAD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80AF8F-CA45-B481-1E34-BFB87D132993}"/>
              </a:ext>
            </a:extLst>
          </p:cNvPr>
          <p:cNvSpPr>
            <a:spLocks noGrp="1"/>
          </p:cNvSpPr>
          <p:nvPr>
            <p:ph type="title"/>
          </p:nvPr>
        </p:nvSpPr>
        <p:spPr/>
        <p:txBody>
          <a:bodyPr/>
          <a:lstStyle/>
          <a:p>
            <a:r>
              <a:rPr lang="en-US" b="1" dirty="0"/>
              <a:t>Piggybacking</a:t>
            </a:r>
            <a:endParaRPr lang="en-IN" dirty="0"/>
          </a:p>
        </p:txBody>
      </p:sp>
      <p:sp>
        <p:nvSpPr>
          <p:cNvPr id="3" name="Content Placeholder 2">
            <a:extLst>
              <a:ext uri="{FF2B5EF4-FFF2-40B4-BE49-F238E27FC236}">
                <a16:creationId xmlns:a16="http://schemas.microsoft.com/office/drawing/2014/main" id="{275DDA90-6C6E-CBD6-8EB4-A281306BEBD7}"/>
              </a:ext>
            </a:extLst>
          </p:cNvPr>
          <p:cNvSpPr>
            <a:spLocks noGrp="1"/>
          </p:cNvSpPr>
          <p:nvPr>
            <p:ph idx="1"/>
          </p:nvPr>
        </p:nvSpPr>
        <p:spPr>
          <a:xfrm>
            <a:off x="838200" y="1481495"/>
            <a:ext cx="10515600" cy="5011379"/>
          </a:xfrm>
        </p:spPr>
        <p:txBody>
          <a:bodyPr>
            <a:normAutofit lnSpcReduction="10000"/>
          </a:bodyPr>
          <a:lstStyle/>
          <a:p>
            <a:pPr algn="just"/>
            <a:r>
              <a:rPr lang="en-US" dirty="0"/>
              <a:t>The acknowledgment field typically requires only 1 bit in the frame header, compared to a full acknowledgment frame that needs a header, checksum, etc.</a:t>
            </a:r>
          </a:p>
          <a:p>
            <a:pPr algn="just"/>
            <a:r>
              <a:rPr lang="en-US" dirty="0"/>
              <a:t>If the receiver has no immediate data to send, acknowledgments might be delayed, which could affect performance in time-sensitive protocols.</a:t>
            </a:r>
          </a:p>
          <a:p>
            <a:pPr algn="just"/>
            <a:r>
              <a:rPr lang="en-US" dirty="0"/>
              <a:t>Waiting a fixed number of milliseconds. If a new packet arrives quickly, the acknowledgement is piggybacked onto it. Otherwise, if no new packet has arrived by the end of this time period, the data link layer just sends a separate acknowledgement frame.</a:t>
            </a:r>
          </a:p>
          <a:p>
            <a:pPr algn="just"/>
            <a:r>
              <a:rPr lang="en-US" dirty="0"/>
              <a:t>Piggybacking is more efficient but slightly more complex to implement. It optimizes channel utilization while reducing redundant control frames.</a:t>
            </a:r>
            <a:endParaRPr lang="en-IN" dirty="0"/>
          </a:p>
        </p:txBody>
      </p:sp>
    </p:spTree>
    <p:extLst>
      <p:ext uri="{BB962C8B-B14F-4D97-AF65-F5344CB8AC3E}">
        <p14:creationId xmlns:p14="http://schemas.microsoft.com/office/powerpoint/2010/main" val="18241998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E96706-B73D-B696-6CB7-AA0C5DA07FB6}"/>
              </a:ext>
            </a:extLst>
          </p:cNvPr>
          <p:cNvSpPr>
            <a:spLocks noGrp="1"/>
          </p:cNvSpPr>
          <p:nvPr>
            <p:ph type="title"/>
          </p:nvPr>
        </p:nvSpPr>
        <p:spPr/>
        <p:txBody>
          <a:bodyPr/>
          <a:lstStyle/>
          <a:p>
            <a:r>
              <a:rPr lang="en-IN" dirty="0"/>
              <a:t>SLIDING WINDOW</a:t>
            </a:r>
          </a:p>
        </p:txBody>
      </p:sp>
      <p:sp>
        <p:nvSpPr>
          <p:cNvPr id="3" name="Content Placeholder 2">
            <a:extLst>
              <a:ext uri="{FF2B5EF4-FFF2-40B4-BE49-F238E27FC236}">
                <a16:creationId xmlns:a16="http://schemas.microsoft.com/office/drawing/2014/main" id="{7CBB924F-590A-E574-424D-33A25B3D991B}"/>
              </a:ext>
            </a:extLst>
          </p:cNvPr>
          <p:cNvSpPr>
            <a:spLocks noGrp="1"/>
          </p:cNvSpPr>
          <p:nvPr>
            <p:ph idx="1"/>
          </p:nvPr>
        </p:nvSpPr>
        <p:spPr>
          <a:xfrm>
            <a:off x="838200" y="1471663"/>
            <a:ext cx="10515600" cy="4722659"/>
          </a:xfrm>
        </p:spPr>
        <p:txBody>
          <a:bodyPr>
            <a:normAutofit/>
          </a:bodyPr>
          <a:lstStyle/>
          <a:p>
            <a:r>
              <a:rPr lang="en-US" dirty="0"/>
              <a:t>These protocols use sequence numbers to track transmitted frames and manage acknowledgments efficiently.</a:t>
            </a:r>
          </a:p>
          <a:p>
            <a:r>
              <a:rPr lang="en-US" dirty="0"/>
              <a:t>Each frame has a sequence number, typically ranging from </a:t>
            </a:r>
            <a:r>
              <a:rPr lang="en-US" b="1" dirty="0"/>
              <a:t>0 to (2ⁿ - 1)</a:t>
            </a:r>
            <a:r>
              <a:rPr lang="en-US" dirty="0"/>
              <a:t>, ensuring it fits within an </a:t>
            </a:r>
            <a:r>
              <a:rPr lang="en-US" b="1" dirty="0"/>
              <a:t>n-bit field</a:t>
            </a:r>
            <a:r>
              <a:rPr lang="en-US" dirty="0"/>
              <a:t>.</a:t>
            </a:r>
          </a:p>
          <a:p>
            <a:r>
              <a:rPr lang="en-US" dirty="0"/>
              <a:t>Whereas a basic form of sliding window protocol that uses </a:t>
            </a:r>
            <a:r>
              <a:rPr lang="en-US" b="1" dirty="0"/>
              <a:t>n = 1</a:t>
            </a:r>
            <a:r>
              <a:rPr lang="en-US" dirty="0"/>
              <a:t>, limiting sequence numbers to </a:t>
            </a:r>
            <a:r>
              <a:rPr lang="en-US" b="1" dirty="0"/>
              <a:t>0 and 1</a:t>
            </a:r>
            <a:r>
              <a:rPr lang="en-US" dirty="0"/>
              <a:t>.</a:t>
            </a:r>
          </a:p>
          <a:p>
            <a:r>
              <a:rPr lang="en-US" dirty="0"/>
              <a:t>Sophisticated sliding window protocols allow </a:t>
            </a:r>
            <a:r>
              <a:rPr lang="en-US" b="1" dirty="0"/>
              <a:t>larger n</a:t>
            </a:r>
            <a:r>
              <a:rPr lang="en-US" dirty="0"/>
              <a:t>, enabling more outstanding frames in transit for higher efficiency.</a:t>
            </a:r>
          </a:p>
          <a:p>
            <a:r>
              <a:rPr lang="en-US" dirty="0"/>
              <a:t>The sender maintains a </a:t>
            </a:r>
            <a:r>
              <a:rPr lang="en-US" b="1" dirty="0"/>
              <a:t>set of sequence numbers</a:t>
            </a:r>
            <a:r>
              <a:rPr lang="en-US" dirty="0"/>
              <a:t> representing frames it is allowed to send at a given time (sending window).</a:t>
            </a:r>
            <a:endParaRPr lang="en-IN" dirty="0"/>
          </a:p>
        </p:txBody>
      </p:sp>
    </p:spTree>
    <p:extLst>
      <p:ext uri="{BB962C8B-B14F-4D97-AF65-F5344CB8AC3E}">
        <p14:creationId xmlns:p14="http://schemas.microsoft.com/office/powerpoint/2010/main" val="34381059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A18BC-BFAB-B238-8254-09C4A1ECA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0BFE6-3743-4248-36AF-506132613D64}"/>
              </a:ext>
            </a:extLst>
          </p:cNvPr>
          <p:cNvSpPr>
            <a:spLocks noGrp="1"/>
          </p:cNvSpPr>
          <p:nvPr>
            <p:ph type="title"/>
          </p:nvPr>
        </p:nvSpPr>
        <p:spPr/>
        <p:txBody>
          <a:bodyPr/>
          <a:lstStyle/>
          <a:p>
            <a:r>
              <a:rPr lang="en-IN" dirty="0"/>
              <a:t>SLIDING WINDOW</a:t>
            </a:r>
          </a:p>
        </p:txBody>
      </p:sp>
      <p:sp>
        <p:nvSpPr>
          <p:cNvPr id="3" name="Content Placeholder 2">
            <a:extLst>
              <a:ext uri="{FF2B5EF4-FFF2-40B4-BE49-F238E27FC236}">
                <a16:creationId xmlns:a16="http://schemas.microsoft.com/office/drawing/2014/main" id="{72FF5041-2C63-AFCD-BBB8-D5D454A25B0C}"/>
              </a:ext>
            </a:extLst>
          </p:cNvPr>
          <p:cNvSpPr>
            <a:spLocks noGrp="1"/>
          </p:cNvSpPr>
          <p:nvPr>
            <p:ph idx="1"/>
          </p:nvPr>
        </p:nvSpPr>
        <p:spPr>
          <a:xfrm>
            <a:off x="838200" y="1471663"/>
            <a:ext cx="10515600" cy="5021212"/>
          </a:xfrm>
        </p:spPr>
        <p:txBody>
          <a:bodyPr>
            <a:normAutofit/>
          </a:bodyPr>
          <a:lstStyle/>
          <a:p>
            <a:r>
              <a:rPr lang="en-US" dirty="0"/>
              <a:t>The receiver keeps track of sequence numbers corresponding to frames it can accept (receiving window).</a:t>
            </a:r>
          </a:p>
          <a:p>
            <a:r>
              <a:rPr lang="en-US" dirty="0"/>
              <a:t>The sender’s and receiver’s windows </a:t>
            </a:r>
            <a:r>
              <a:rPr lang="en-US" b="1" dirty="0"/>
              <a:t>do not need to have the same size or boundaries</a:t>
            </a:r>
            <a:r>
              <a:rPr lang="en-US" dirty="0"/>
              <a:t>.</a:t>
            </a:r>
          </a:p>
          <a:p>
            <a:r>
              <a:rPr lang="en-US" dirty="0"/>
              <a:t>In some protocols, the window size is </a:t>
            </a:r>
            <a:r>
              <a:rPr lang="en-US" b="1" dirty="0"/>
              <a:t>fixed</a:t>
            </a:r>
            <a:r>
              <a:rPr lang="en-US" dirty="0"/>
              <a:t>, while in others, it can </a:t>
            </a:r>
            <a:r>
              <a:rPr lang="en-US" b="1" dirty="0"/>
              <a:t>expand or shrink</a:t>
            </a:r>
            <a:r>
              <a:rPr lang="en-US" dirty="0"/>
              <a:t> based on network conditions and frame acknowledgments.</a:t>
            </a:r>
          </a:p>
          <a:p>
            <a:r>
              <a:rPr lang="en-US" dirty="0"/>
              <a:t>Despite increased flexibility, packets must be delivered to the </a:t>
            </a:r>
            <a:r>
              <a:rPr lang="en-US" b="1" dirty="0"/>
              <a:t>destination network layer</a:t>
            </a:r>
            <a:r>
              <a:rPr lang="en-US" dirty="0"/>
              <a:t> in the </a:t>
            </a:r>
            <a:r>
              <a:rPr lang="en-US" b="1" dirty="0"/>
              <a:t>same order</a:t>
            </a:r>
            <a:r>
              <a:rPr lang="en-US" dirty="0"/>
              <a:t> they were sent.</a:t>
            </a:r>
          </a:p>
          <a:p>
            <a:r>
              <a:rPr lang="en-US" dirty="0"/>
              <a:t>The </a:t>
            </a:r>
            <a:r>
              <a:rPr lang="en-US" b="1" dirty="0"/>
              <a:t>physical communication channel</a:t>
            </a:r>
            <a:r>
              <a:rPr lang="en-US" dirty="0"/>
              <a:t> must deliver frames in the </a:t>
            </a:r>
            <a:r>
              <a:rPr lang="en-US" b="1" dirty="0"/>
              <a:t>order sent</a:t>
            </a:r>
            <a:r>
              <a:rPr lang="en-US" dirty="0"/>
              <a:t> (like a wire).</a:t>
            </a:r>
            <a:endParaRPr lang="en-IN" dirty="0"/>
          </a:p>
        </p:txBody>
      </p:sp>
    </p:spTree>
    <p:extLst>
      <p:ext uri="{BB962C8B-B14F-4D97-AF65-F5344CB8AC3E}">
        <p14:creationId xmlns:p14="http://schemas.microsoft.com/office/powerpoint/2010/main" val="20976804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53755-B08E-E407-C3CF-08948CF257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928E58-3123-342D-993D-D618E5689E10}"/>
              </a:ext>
            </a:extLst>
          </p:cNvPr>
          <p:cNvSpPr>
            <a:spLocks noGrp="1"/>
          </p:cNvSpPr>
          <p:nvPr>
            <p:ph type="title"/>
          </p:nvPr>
        </p:nvSpPr>
        <p:spPr/>
        <p:txBody>
          <a:bodyPr/>
          <a:lstStyle/>
          <a:p>
            <a:r>
              <a:rPr lang="en-IN" dirty="0"/>
              <a:t>SLIDING WINDOW</a:t>
            </a:r>
          </a:p>
        </p:txBody>
      </p:sp>
      <p:sp>
        <p:nvSpPr>
          <p:cNvPr id="3" name="Content Placeholder 2">
            <a:extLst>
              <a:ext uri="{FF2B5EF4-FFF2-40B4-BE49-F238E27FC236}">
                <a16:creationId xmlns:a16="http://schemas.microsoft.com/office/drawing/2014/main" id="{BCF66FB9-EAA2-51DE-F53E-45D9CE4CD944}"/>
              </a:ext>
            </a:extLst>
          </p:cNvPr>
          <p:cNvSpPr>
            <a:spLocks noGrp="1"/>
          </p:cNvSpPr>
          <p:nvPr>
            <p:ph idx="1"/>
          </p:nvPr>
        </p:nvSpPr>
        <p:spPr>
          <a:xfrm>
            <a:off x="838200" y="1393005"/>
            <a:ext cx="10515600" cy="5283098"/>
          </a:xfrm>
        </p:spPr>
        <p:txBody>
          <a:bodyPr>
            <a:normAutofit fontScale="92500"/>
          </a:bodyPr>
          <a:lstStyle/>
          <a:p>
            <a:r>
              <a:rPr lang="en-US" dirty="0"/>
              <a:t>The </a:t>
            </a:r>
            <a:r>
              <a:rPr lang="en-US" b="1" dirty="0"/>
              <a:t>sender’s window</a:t>
            </a:r>
            <a:r>
              <a:rPr lang="en-US" dirty="0"/>
              <a:t> contains frames that have been sent but not yet acknowledged.</a:t>
            </a:r>
          </a:p>
          <a:p>
            <a:r>
              <a:rPr lang="en-US" dirty="0"/>
              <a:t>When a </a:t>
            </a:r>
            <a:r>
              <a:rPr lang="en-US" b="1" dirty="0"/>
              <a:t>new packet</a:t>
            </a:r>
            <a:r>
              <a:rPr lang="en-US" dirty="0"/>
              <a:t> arrives from the network layer, it gets the </a:t>
            </a:r>
            <a:r>
              <a:rPr lang="en-US" b="1" dirty="0"/>
              <a:t>next sequence number</a:t>
            </a:r>
            <a:r>
              <a:rPr lang="en-US" dirty="0"/>
              <a:t>, and the </a:t>
            </a:r>
            <a:r>
              <a:rPr lang="en-US" b="1" dirty="0"/>
              <a:t>window's upper edge moves forward</a:t>
            </a:r>
            <a:r>
              <a:rPr lang="en-US" dirty="0"/>
              <a:t>.</a:t>
            </a:r>
          </a:p>
          <a:p>
            <a:r>
              <a:rPr lang="en-US" dirty="0"/>
              <a:t>When an </a:t>
            </a:r>
            <a:r>
              <a:rPr lang="en-US" b="1" dirty="0"/>
              <a:t>acknowledgment</a:t>
            </a:r>
            <a:r>
              <a:rPr lang="en-US" dirty="0"/>
              <a:t> is received, the </a:t>
            </a:r>
            <a:r>
              <a:rPr lang="en-US" b="1" dirty="0"/>
              <a:t>window’s lower edge moves forward</a:t>
            </a:r>
            <a:r>
              <a:rPr lang="en-US" dirty="0"/>
              <a:t>.</a:t>
            </a:r>
          </a:p>
          <a:p>
            <a:r>
              <a:rPr lang="en-US" dirty="0"/>
              <a:t>The window </a:t>
            </a:r>
            <a:r>
              <a:rPr lang="en-US" b="1" dirty="0"/>
              <a:t>maintains a list</a:t>
            </a:r>
            <a:r>
              <a:rPr lang="en-US" dirty="0"/>
              <a:t> of frames that </a:t>
            </a:r>
            <a:r>
              <a:rPr lang="en-US" b="1" dirty="0"/>
              <a:t>may be lost or damaged</a:t>
            </a:r>
            <a:r>
              <a:rPr lang="en-US" dirty="0"/>
              <a:t>.</a:t>
            </a:r>
          </a:p>
          <a:p>
            <a:r>
              <a:rPr lang="en-US" dirty="0"/>
              <a:t>The sender must </a:t>
            </a:r>
            <a:r>
              <a:rPr lang="en-US" b="1" dirty="0"/>
              <a:t>store these frames</a:t>
            </a:r>
            <a:r>
              <a:rPr lang="en-US" dirty="0"/>
              <a:t> for </a:t>
            </a:r>
            <a:r>
              <a:rPr lang="en-US" b="1" dirty="0"/>
              <a:t>possible retransmission</a:t>
            </a:r>
            <a:r>
              <a:rPr lang="en-US" dirty="0"/>
              <a:t>. </a:t>
            </a:r>
          </a:p>
          <a:p>
            <a:r>
              <a:rPr lang="en-US" dirty="0"/>
              <a:t>If the maximum window size is n, the sender needs n buffers to store unacknowledged frames.</a:t>
            </a:r>
          </a:p>
          <a:p>
            <a:r>
              <a:rPr lang="en-US" dirty="0"/>
              <a:t>If the window becomes full, the sender must wait before sending new frames.</a:t>
            </a:r>
          </a:p>
          <a:p>
            <a:endParaRPr lang="en-IN" dirty="0"/>
          </a:p>
        </p:txBody>
      </p:sp>
    </p:spTree>
    <p:extLst>
      <p:ext uri="{BB962C8B-B14F-4D97-AF65-F5344CB8AC3E}">
        <p14:creationId xmlns:p14="http://schemas.microsoft.com/office/powerpoint/2010/main" val="234343789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3B8C3-BCF2-6A84-F681-70BE4C7AE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9C3F65-5586-7696-C870-921F4961E340}"/>
              </a:ext>
            </a:extLst>
          </p:cNvPr>
          <p:cNvSpPr>
            <a:spLocks noGrp="1"/>
          </p:cNvSpPr>
          <p:nvPr>
            <p:ph type="title"/>
          </p:nvPr>
        </p:nvSpPr>
        <p:spPr/>
        <p:txBody>
          <a:bodyPr/>
          <a:lstStyle/>
          <a:p>
            <a:r>
              <a:rPr lang="en-IN" dirty="0"/>
              <a:t>SLIDING WINDOW</a:t>
            </a:r>
          </a:p>
        </p:txBody>
      </p:sp>
      <p:sp>
        <p:nvSpPr>
          <p:cNvPr id="3" name="Content Placeholder 2">
            <a:extLst>
              <a:ext uri="{FF2B5EF4-FFF2-40B4-BE49-F238E27FC236}">
                <a16:creationId xmlns:a16="http://schemas.microsoft.com/office/drawing/2014/main" id="{9C6E39FE-081C-55CB-297B-A16ED5D809B6}"/>
              </a:ext>
            </a:extLst>
          </p:cNvPr>
          <p:cNvSpPr>
            <a:spLocks noGrp="1"/>
          </p:cNvSpPr>
          <p:nvPr>
            <p:ph idx="1"/>
          </p:nvPr>
        </p:nvSpPr>
        <p:spPr>
          <a:xfrm>
            <a:off x="838200" y="1393005"/>
            <a:ext cx="10515600" cy="5283098"/>
          </a:xfrm>
        </p:spPr>
        <p:txBody>
          <a:bodyPr>
            <a:normAutofit/>
          </a:bodyPr>
          <a:lstStyle/>
          <a:p>
            <a:r>
              <a:rPr lang="en-US" dirty="0"/>
              <a:t>If the sender’s window reaches maximum size, it must stop accepting new packets from the network layer until a buffer is freed.</a:t>
            </a:r>
          </a:p>
          <a:p>
            <a:r>
              <a:rPr lang="en-US" dirty="0"/>
              <a:t>The </a:t>
            </a:r>
            <a:r>
              <a:rPr lang="en-US" b="1" dirty="0"/>
              <a:t>receiver’s window</a:t>
            </a:r>
            <a:r>
              <a:rPr lang="en-US" dirty="0"/>
              <a:t> tracks frames it can accept.</a:t>
            </a:r>
          </a:p>
          <a:p>
            <a:r>
              <a:rPr lang="en-US" b="1" dirty="0"/>
              <a:t>Accepted frames</a:t>
            </a:r>
            <a:r>
              <a:rPr lang="en-US" dirty="0"/>
              <a:t> are stored in the </a:t>
            </a:r>
            <a:r>
              <a:rPr lang="en-US" b="1" dirty="0"/>
              <a:t>receiver’s buffer</a:t>
            </a:r>
            <a:r>
              <a:rPr lang="en-US" dirty="0"/>
              <a:t>.</a:t>
            </a:r>
          </a:p>
          <a:p>
            <a:r>
              <a:rPr lang="en-US" dirty="0"/>
              <a:t>When a frame matches the </a:t>
            </a:r>
            <a:r>
              <a:rPr lang="en-US" b="1" dirty="0"/>
              <a:t>lower edge of the window</a:t>
            </a:r>
            <a:r>
              <a:rPr lang="en-US" dirty="0"/>
              <a:t>, it is passed to the </a:t>
            </a:r>
            <a:r>
              <a:rPr lang="en-US" b="1" dirty="0"/>
              <a:t>network layer</a:t>
            </a:r>
            <a:r>
              <a:rPr lang="en-US" dirty="0"/>
              <a:t>, and the window </a:t>
            </a:r>
            <a:r>
              <a:rPr lang="en-US" b="1" dirty="0"/>
              <a:t>shifts forward</a:t>
            </a:r>
            <a:r>
              <a:rPr lang="en-US" dirty="0"/>
              <a:t>. </a:t>
            </a:r>
          </a:p>
          <a:p>
            <a:r>
              <a:rPr lang="en-US" dirty="0"/>
              <a:t>Any frame outside the receiver’s window is discarded.</a:t>
            </a:r>
          </a:p>
          <a:p>
            <a:r>
              <a:rPr lang="en-US" dirty="0"/>
              <a:t>An acknowledgment (ACK) is always sent to inform the sender of the next expected frame.</a:t>
            </a:r>
          </a:p>
          <a:p>
            <a:endParaRPr lang="en-IN" dirty="0"/>
          </a:p>
        </p:txBody>
      </p:sp>
    </p:spTree>
    <p:extLst>
      <p:ext uri="{BB962C8B-B14F-4D97-AF65-F5344CB8AC3E}">
        <p14:creationId xmlns:p14="http://schemas.microsoft.com/office/powerpoint/2010/main" val="199049942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EBBA3-309F-C3E0-D74F-3A2314D75E2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A13BA5C1-8B09-7B46-8B95-FA314CF8A5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4838" y="3429000"/>
            <a:ext cx="8681884" cy="3121743"/>
          </a:xfrm>
          <a:prstGeom prst="rect">
            <a:avLst/>
          </a:prstGeom>
        </p:spPr>
      </p:pic>
      <p:sp>
        <p:nvSpPr>
          <p:cNvPr id="2" name="Title 1">
            <a:extLst>
              <a:ext uri="{FF2B5EF4-FFF2-40B4-BE49-F238E27FC236}">
                <a16:creationId xmlns:a16="http://schemas.microsoft.com/office/drawing/2014/main" id="{53DA3C29-9414-3FAF-92BB-E6B71F03EB22}"/>
              </a:ext>
            </a:extLst>
          </p:cNvPr>
          <p:cNvSpPr>
            <a:spLocks noGrp="1"/>
          </p:cNvSpPr>
          <p:nvPr>
            <p:ph type="title"/>
          </p:nvPr>
        </p:nvSpPr>
        <p:spPr/>
        <p:txBody>
          <a:bodyPr/>
          <a:lstStyle/>
          <a:p>
            <a:r>
              <a:rPr lang="en-IN" dirty="0"/>
              <a:t>SLIDING WINDOW</a:t>
            </a:r>
          </a:p>
        </p:txBody>
      </p:sp>
      <p:sp>
        <p:nvSpPr>
          <p:cNvPr id="3" name="Content Placeholder 2">
            <a:extLst>
              <a:ext uri="{FF2B5EF4-FFF2-40B4-BE49-F238E27FC236}">
                <a16:creationId xmlns:a16="http://schemas.microsoft.com/office/drawing/2014/main" id="{9A68AAB6-2AF5-32D5-1D91-7C790FB068CF}"/>
              </a:ext>
            </a:extLst>
          </p:cNvPr>
          <p:cNvSpPr>
            <a:spLocks noGrp="1"/>
          </p:cNvSpPr>
          <p:nvPr>
            <p:ph idx="1"/>
          </p:nvPr>
        </p:nvSpPr>
        <p:spPr>
          <a:xfrm>
            <a:off x="838200" y="1393005"/>
            <a:ext cx="10515600" cy="5283098"/>
          </a:xfrm>
        </p:spPr>
        <p:txBody>
          <a:bodyPr>
            <a:normAutofit/>
          </a:bodyPr>
          <a:lstStyle/>
          <a:p>
            <a:r>
              <a:rPr lang="en-US" dirty="0"/>
              <a:t>Window size = 1: Frames must be received strictly in order.</a:t>
            </a:r>
          </a:p>
          <a:p>
            <a:r>
              <a:rPr lang="en-US" dirty="0"/>
              <a:t>Window size &gt; 1: Frames may be received out of order by the data link layer.</a:t>
            </a:r>
          </a:p>
          <a:p>
            <a:r>
              <a:rPr lang="en-US" dirty="0"/>
              <a:t>The network layer always receives data in the correct order, regardless of window size.</a:t>
            </a:r>
            <a:endParaRPr lang="en-IN" dirty="0"/>
          </a:p>
        </p:txBody>
      </p:sp>
    </p:spTree>
    <p:extLst>
      <p:ext uri="{BB962C8B-B14F-4D97-AF65-F5344CB8AC3E}">
        <p14:creationId xmlns:p14="http://schemas.microsoft.com/office/powerpoint/2010/main" val="46071377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1E764-E7D0-9C90-7C38-07276DCE23B3}"/>
              </a:ext>
            </a:extLst>
          </p:cNvPr>
          <p:cNvSpPr>
            <a:spLocks noGrp="1"/>
          </p:cNvSpPr>
          <p:nvPr>
            <p:ph type="title"/>
          </p:nvPr>
        </p:nvSpPr>
        <p:spPr/>
        <p:txBody>
          <a:bodyPr/>
          <a:lstStyle/>
          <a:p>
            <a:r>
              <a:rPr lang="en-IN" dirty="0"/>
              <a:t>Type of SLIDING WINDOW Protocol</a:t>
            </a:r>
          </a:p>
        </p:txBody>
      </p:sp>
      <p:sp>
        <p:nvSpPr>
          <p:cNvPr id="3" name="Content Placeholder 2">
            <a:extLst>
              <a:ext uri="{FF2B5EF4-FFF2-40B4-BE49-F238E27FC236}">
                <a16:creationId xmlns:a16="http://schemas.microsoft.com/office/drawing/2014/main" id="{6B038CEF-72C1-8E28-2798-4D4A34D7C070}"/>
              </a:ext>
            </a:extLst>
          </p:cNvPr>
          <p:cNvSpPr>
            <a:spLocks noGrp="1"/>
          </p:cNvSpPr>
          <p:nvPr>
            <p:ph idx="1"/>
          </p:nvPr>
        </p:nvSpPr>
        <p:spPr/>
        <p:txBody>
          <a:bodyPr/>
          <a:lstStyle/>
          <a:p>
            <a:r>
              <a:rPr lang="en-US" dirty="0"/>
              <a:t>A One-Bit Sliding Window Protocol</a:t>
            </a:r>
          </a:p>
          <a:p>
            <a:r>
              <a:rPr lang="en-IN" dirty="0"/>
              <a:t>A Protocol Using Go-Back-N</a:t>
            </a:r>
            <a:endParaRPr lang="en-US" dirty="0"/>
          </a:p>
          <a:p>
            <a:r>
              <a:rPr lang="en-IN" dirty="0"/>
              <a:t>A Protocol Using Selective Repeat</a:t>
            </a:r>
          </a:p>
        </p:txBody>
      </p:sp>
    </p:spTree>
    <p:extLst>
      <p:ext uri="{BB962C8B-B14F-4D97-AF65-F5344CB8AC3E}">
        <p14:creationId xmlns:p14="http://schemas.microsoft.com/office/powerpoint/2010/main" val="262688224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2FABE-0109-817C-31ED-B36B342ABD42}"/>
              </a:ext>
            </a:extLst>
          </p:cNvPr>
          <p:cNvSpPr>
            <a:spLocks noGrp="1"/>
          </p:cNvSpPr>
          <p:nvPr>
            <p:ph type="title"/>
          </p:nvPr>
        </p:nvSpPr>
        <p:spPr/>
        <p:txBody>
          <a:bodyPr/>
          <a:lstStyle/>
          <a:p>
            <a:r>
              <a:rPr lang="en-US" dirty="0"/>
              <a:t>A One-Bit Sliding Window Protocol</a:t>
            </a:r>
            <a:endParaRPr lang="en-IN" dirty="0"/>
          </a:p>
        </p:txBody>
      </p:sp>
      <p:sp>
        <p:nvSpPr>
          <p:cNvPr id="3" name="Content Placeholder 2">
            <a:extLst>
              <a:ext uri="{FF2B5EF4-FFF2-40B4-BE49-F238E27FC236}">
                <a16:creationId xmlns:a16="http://schemas.microsoft.com/office/drawing/2014/main" id="{502D1D58-8CA2-66B6-942C-CD0F2767B348}"/>
              </a:ext>
            </a:extLst>
          </p:cNvPr>
          <p:cNvSpPr>
            <a:spLocks noGrp="1"/>
          </p:cNvSpPr>
          <p:nvPr>
            <p:ph idx="1"/>
          </p:nvPr>
        </p:nvSpPr>
        <p:spPr>
          <a:xfrm>
            <a:off x="838200" y="1825625"/>
            <a:ext cx="10515600" cy="4752156"/>
          </a:xfrm>
        </p:spPr>
        <p:txBody>
          <a:bodyPr>
            <a:normAutofit/>
          </a:bodyPr>
          <a:lstStyle/>
          <a:p>
            <a:r>
              <a:rPr lang="en-US" dirty="0"/>
              <a:t>A sliding window protocol with a window size of 1. </a:t>
            </a:r>
          </a:p>
          <a:p>
            <a:endParaRPr lang="en-US" dirty="0"/>
          </a:p>
          <a:p>
            <a:endParaRPr lang="en-US" dirty="0"/>
          </a:p>
          <a:p>
            <a:endParaRPr lang="en-US" dirty="0"/>
          </a:p>
          <a:p>
            <a:r>
              <a:rPr lang="en-US" dirty="0"/>
              <a:t>The sender fetches a packet from the </a:t>
            </a:r>
            <a:r>
              <a:rPr lang="en-US" b="1" dirty="0"/>
              <a:t>network layer</a:t>
            </a:r>
            <a:r>
              <a:rPr lang="en-US" dirty="0"/>
              <a:t>, creates a frame, and </a:t>
            </a:r>
            <a:r>
              <a:rPr lang="en-US" b="1" dirty="0"/>
              <a:t>transmits it</a:t>
            </a:r>
            <a:r>
              <a:rPr lang="en-US" dirty="0"/>
              <a:t>.</a:t>
            </a:r>
          </a:p>
          <a:p>
            <a:r>
              <a:rPr lang="en-US" dirty="0"/>
              <a:t>The receiver checks if the received frame is a </a:t>
            </a:r>
            <a:r>
              <a:rPr lang="en-US" b="1" dirty="0"/>
              <a:t>duplicate</a:t>
            </a:r>
            <a:r>
              <a:rPr lang="en-US" dirty="0"/>
              <a:t> (similar to Protocol 3).</a:t>
            </a:r>
          </a:p>
          <a:p>
            <a:r>
              <a:rPr lang="en-US" dirty="0"/>
              <a:t>If the received frame </a:t>
            </a:r>
            <a:r>
              <a:rPr lang="en-US" b="1" dirty="0"/>
              <a:t>matches the expected sequence number</a:t>
            </a:r>
            <a:r>
              <a:rPr lang="en-US" dirty="0"/>
              <a:t>, it is </a:t>
            </a:r>
            <a:r>
              <a:rPr lang="en-US" b="1" dirty="0"/>
              <a:t>passed to the network layer</a:t>
            </a:r>
            <a:r>
              <a:rPr lang="en-US" dirty="0"/>
              <a:t>, and the </a:t>
            </a:r>
            <a:r>
              <a:rPr lang="en-US" b="1" dirty="0"/>
              <a:t>receiver's window slides up</a:t>
            </a:r>
            <a:r>
              <a:rPr lang="en-US" dirty="0"/>
              <a:t>.</a:t>
            </a:r>
          </a:p>
          <a:p>
            <a:endParaRPr lang="en-IN" dirty="0"/>
          </a:p>
        </p:txBody>
      </p:sp>
      <p:graphicFrame>
        <p:nvGraphicFramePr>
          <p:cNvPr id="4" name="Table 3">
            <a:extLst>
              <a:ext uri="{FF2B5EF4-FFF2-40B4-BE49-F238E27FC236}">
                <a16:creationId xmlns:a16="http://schemas.microsoft.com/office/drawing/2014/main" id="{8B2EBF72-873A-8927-8F83-B01491B1824B}"/>
              </a:ext>
            </a:extLst>
          </p:cNvPr>
          <p:cNvGraphicFramePr>
            <a:graphicFrameLocks noGrp="1"/>
          </p:cNvGraphicFramePr>
          <p:nvPr>
            <p:extLst>
              <p:ext uri="{D42A27DB-BD31-4B8C-83A1-F6EECF244321}">
                <p14:modId xmlns:p14="http://schemas.microsoft.com/office/powerpoint/2010/main" val="2393602622"/>
              </p:ext>
            </p:extLst>
          </p:nvPr>
        </p:nvGraphicFramePr>
        <p:xfrm>
          <a:off x="4080000" y="2536723"/>
          <a:ext cx="4032000" cy="4572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766733965"/>
                    </a:ext>
                  </a:extLst>
                </a:gridCol>
                <a:gridCol w="576000">
                  <a:extLst>
                    <a:ext uri="{9D8B030D-6E8A-4147-A177-3AD203B41FA5}">
                      <a16:colId xmlns:a16="http://schemas.microsoft.com/office/drawing/2014/main" val="1950235180"/>
                    </a:ext>
                  </a:extLst>
                </a:gridCol>
                <a:gridCol w="576000">
                  <a:extLst>
                    <a:ext uri="{9D8B030D-6E8A-4147-A177-3AD203B41FA5}">
                      <a16:colId xmlns:a16="http://schemas.microsoft.com/office/drawing/2014/main" val="3048603062"/>
                    </a:ext>
                  </a:extLst>
                </a:gridCol>
                <a:gridCol w="576000">
                  <a:extLst>
                    <a:ext uri="{9D8B030D-6E8A-4147-A177-3AD203B41FA5}">
                      <a16:colId xmlns:a16="http://schemas.microsoft.com/office/drawing/2014/main" val="1108190207"/>
                    </a:ext>
                  </a:extLst>
                </a:gridCol>
                <a:gridCol w="576000">
                  <a:extLst>
                    <a:ext uri="{9D8B030D-6E8A-4147-A177-3AD203B41FA5}">
                      <a16:colId xmlns:a16="http://schemas.microsoft.com/office/drawing/2014/main" val="1794945077"/>
                    </a:ext>
                  </a:extLst>
                </a:gridCol>
                <a:gridCol w="576000">
                  <a:extLst>
                    <a:ext uri="{9D8B030D-6E8A-4147-A177-3AD203B41FA5}">
                      <a16:colId xmlns:a16="http://schemas.microsoft.com/office/drawing/2014/main" val="2971410432"/>
                    </a:ext>
                  </a:extLst>
                </a:gridCol>
                <a:gridCol w="576000">
                  <a:extLst>
                    <a:ext uri="{9D8B030D-6E8A-4147-A177-3AD203B41FA5}">
                      <a16:colId xmlns:a16="http://schemas.microsoft.com/office/drawing/2014/main" val="2771805958"/>
                    </a:ext>
                  </a:extLst>
                </a:gridCol>
              </a:tblGrid>
              <a:tr h="372751">
                <a:tc>
                  <a:txBody>
                    <a:bodyPr/>
                    <a:lstStyle/>
                    <a:p>
                      <a:pPr algn="ctr"/>
                      <a:r>
                        <a:rPr lang="en-IN" sz="2400" dirty="0">
                          <a:solidFill>
                            <a:schemeClr val="accent1">
                              <a:lumMod val="75000"/>
                            </a:schemeClr>
                          </a:solidFill>
                        </a:rPr>
                        <a:t>A0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A1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A2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A3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A4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A5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A6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2769485"/>
                  </a:ext>
                </a:extLst>
              </a:tr>
            </a:tbl>
          </a:graphicData>
        </a:graphic>
      </p:graphicFrame>
      <p:sp>
        <p:nvSpPr>
          <p:cNvPr id="5" name="Rectangle 4">
            <a:extLst>
              <a:ext uri="{FF2B5EF4-FFF2-40B4-BE49-F238E27FC236}">
                <a16:creationId xmlns:a16="http://schemas.microsoft.com/office/drawing/2014/main" id="{7445D03C-D8DB-54C5-D477-2B767FFBFFC4}"/>
              </a:ext>
            </a:extLst>
          </p:cNvPr>
          <p:cNvSpPr/>
          <p:nvPr/>
        </p:nvSpPr>
        <p:spPr>
          <a:xfrm>
            <a:off x="4562168" y="2460523"/>
            <a:ext cx="796413" cy="609600"/>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8" name="Table 7">
            <a:extLst>
              <a:ext uri="{FF2B5EF4-FFF2-40B4-BE49-F238E27FC236}">
                <a16:creationId xmlns:a16="http://schemas.microsoft.com/office/drawing/2014/main" id="{653562A1-8441-5A47-7AED-4695DE275C7E}"/>
              </a:ext>
            </a:extLst>
          </p:cNvPr>
          <p:cNvGraphicFramePr>
            <a:graphicFrameLocks noGrp="1"/>
          </p:cNvGraphicFramePr>
          <p:nvPr>
            <p:extLst>
              <p:ext uri="{D42A27DB-BD31-4B8C-83A1-F6EECF244321}">
                <p14:modId xmlns:p14="http://schemas.microsoft.com/office/powerpoint/2010/main" val="7357517"/>
              </p:ext>
            </p:extLst>
          </p:nvPr>
        </p:nvGraphicFramePr>
        <p:xfrm>
          <a:off x="4080000" y="3344198"/>
          <a:ext cx="4032000" cy="4572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766733965"/>
                    </a:ext>
                  </a:extLst>
                </a:gridCol>
                <a:gridCol w="576000">
                  <a:extLst>
                    <a:ext uri="{9D8B030D-6E8A-4147-A177-3AD203B41FA5}">
                      <a16:colId xmlns:a16="http://schemas.microsoft.com/office/drawing/2014/main" val="1950235180"/>
                    </a:ext>
                  </a:extLst>
                </a:gridCol>
                <a:gridCol w="576000">
                  <a:extLst>
                    <a:ext uri="{9D8B030D-6E8A-4147-A177-3AD203B41FA5}">
                      <a16:colId xmlns:a16="http://schemas.microsoft.com/office/drawing/2014/main" val="3048603062"/>
                    </a:ext>
                  </a:extLst>
                </a:gridCol>
                <a:gridCol w="576000">
                  <a:extLst>
                    <a:ext uri="{9D8B030D-6E8A-4147-A177-3AD203B41FA5}">
                      <a16:colId xmlns:a16="http://schemas.microsoft.com/office/drawing/2014/main" val="1108190207"/>
                    </a:ext>
                  </a:extLst>
                </a:gridCol>
                <a:gridCol w="576000">
                  <a:extLst>
                    <a:ext uri="{9D8B030D-6E8A-4147-A177-3AD203B41FA5}">
                      <a16:colId xmlns:a16="http://schemas.microsoft.com/office/drawing/2014/main" val="1794945077"/>
                    </a:ext>
                  </a:extLst>
                </a:gridCol>
                <a:gridCol w="576000">
                  <a:extLst>
                    <a:ext uri="{9D8B030D-6E8A-4147-A177-3AD203B41FA5}">
                      <a16:colId xmlns:a16="http://schemas.microsoft.com/office/drawing/2014/main" val="2971410432"/>
                    </a:ext>
                  </a:extLst>
                </a:gridCol>
                <a:gridCol w="576000">
                  <a:extLst>
                    <a:ext uri="{9D8B030D-6E8A-4147-A177-3AD203B41FA5}">
                      <a16:colId xmlns:a16="http://schemas.microsoft.com/office/drawing/2014/main" val="2771805958"/>
                    </a:ext>
                  </a:extLst>
                </a:gridCol>
              </a:tblGrid>
              <a:tr h="372751">
                <a:tc>
                  <a:txBody>
                    <a:bodyPr/>
                    <a:lstStyle/>
                    <a:p>
                      <a:pPr algn="ctr"/>
                      <a:r>
                        <a:rPr lang="en-IN" sz="2400" dirty="0">
                          <a:solidFill>
                            <a:schemeClr val="accent1">
                              <a:lumMod val="75000"/>
                            </a:schemeClr>
                          </a:solidFill>
                        </a:rPr>
                        <a:t>B0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B1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B2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B3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B4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B5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IN" sz="2400" dirty="0">
                          <a:solidFill>
                            <a:schemeClr val="accent1">
                              <a:lumMod val="75000"/>
                            </a:schemeClr>
                          </a:solidFill>
                        </a:rPr>
                        <a:t>B6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82769485"/>
                  </a:ext>
                </a:extLst>
              </a:tr>
            </a:tbl>
          </a:graphicData>
        </a:graphic>
      </p:graphicFrame>
      <p:sp>
        <p:nvSpPr>
          <p:cNvPr id="9" name="Rectangle 8">
            <a:extLst>
              <a:ext uri="{FF2B5EF4-FFF2-40B4-BE49-F238E27FC236}">
                <a16:creationId xmlns:a16="http://schemas.microsoft.com/office/drawing/2014/main" id="{140440A3-86E0-CD4C-2BDE-663CF8AF8261}"/>
              </a:ext>
            </a:extLst>
          </p:cNvPr>
          <p:cNvSpPr/>
          <p:nvPr/>
        </p:nvSpPr>
        <p:spPr>
          <a:xfrm>
            <a:off x="4562168" y="3267998"/>
            <a:ext cx="796413" cy="609600"/>
          </a:xfrm>
          <a:prstGeom prst="rect">
            <a:avLst/>
          </a:prstGeom>
          <a:noFill/>
          <a:ln w="539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3353016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E0EE9-625B-D444-F7BD-08F2724499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F7539-1C92-BF6F-7BD3-765D1FFD8902}"/>
              </a:ext>
            </a:extLst>
          </p:cNvPr>
          <p:cNvSpPr>
            <a:spLocks noGrp="1"/>
          </p:cNvSpPr>
          <p:nvPr>
            <p:ph type="title"/>
          </p:nvPr>
        </p:nvSpPr>
        <p:spPr/>
        <p:txBody>
          <a:bodyPr/>
          <a:lstStyle/>
          <a:p>
            <a:r>
              <a:rPr lang="en-US" dirty="0"/>
              <a:t>A One-Bit Sliding Window Protocol</a:t>
            </a:r>
            <a:endParaRPr lang="en-IN" dirty="0"/>
          </a:p>
        </p:txBody>
      </p:sp>
      <p:sp>
        <p:nvSpPr>
          <p:cNvPr id="3" name="Content Placeholder 2">
            <a:extLst>
              <a:ext uri="{FF2B5EF4-FFF2-40B4-BE49-F238E27FC236}">
                <a16:creationId xmlns:a16="http://schemas.microsoft.com/office/drawing/2014/main" id="{1E6A4490-8EBD-71F4-2D01-BB5F2C8BD5CD}"/>
              </a:ext>
            </a:extLst>
          </p:cNvPr>
          <p:cNvSpPr>
            <a:spLocks noGrp="1"/>
          </p:cNvSpPr>
          <p:nvPr>
            <p:ph idx="1"/>
          </p:nvPr>
        </p:nvSpPr>
        <p:spPr>
          <a:xfrm>
            <a:off x="838200" y="1825625"/>
            <a:ext cx="10515600" cy="4752156"/>
          </a:xfrm>
        </p:spPr>
        <p:txBody>
          <a:bodyPr>
            <a:normAutofit/>
          </a:bodyPr>
          <a:lstStyle/>
          <a:p>
            <a:r>
              <a:rPr lang="en-US" dirty="0"/>
              <a:t>The ACK field contains the last successfully received frame number.</a:t>
            </a:r>
          </a:p>
          <a:p>
            <a:r>
              <a:rPr lang="en-US" dirty="0"/>
              <a:t>If the ACK matches the sender's sequence number, the sender knows the frame was received correctly.</a:t>
            </a:r>
          </a:p>
          <a:p>
            <a:r>
              <a:rPr lang="en-US" dirty="0"/>
              <a:t>If the </a:t>
            </a:r>
            <a:r>
              <a:rPr lang="en-US" b="1" dirty="0"/>
              <a:t>ACK does not match</a:t>
            </a:r>
            <a:r>
              <a:rPr lang="en-US" dirty="0"/>
              <a:t>, the sender </a:t>
            </a:r>
            <a:r>
              <a:rPr lang="en-US" b="1" dirty="0"/>
              <a:t>retransmits the same frame</a:t>
            </a:r>
            <a:r>
              <a:rPr lang="en-US" dirty="0"/>
              <a:t>.</a:t>
            </a:r>
          </a:p>
          <a:p>
            <a:r>
              <a:rPr lang="en-US" dirty="0"/>
              <a:t>Every time a frame is received, an </a:t>
            </a:r>
            <a:r>
              <a:rPr lang="en-US" b="1" dirty="0"/>
              <a:t>acknowledgment frame is also sent back</a:t>
            </a:r>
            <a:r>
              <a:rPr lang="en-US" dirty="0"/>
              <a:t>.</a:t>
            </a:r>
          </a:p>
        </p:txBody>
      </p:sp>
    </p:spTree>
    <p:extLst>
      <p:ext uri="{BB962C8B-B14F-4D97-AF65-F5344CB8AC3E}">
        <p14:creationId xmlns:p14="http://schemas.microsoft.com/office/powerpoint/2010/main" val="11767088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5ACC4-4835-2FE6-6B27-DE91FE604740}"/>
              </a:ext>
            </a:extLst>
          </p:cNvPr>
          <p:cNvSpPr>
            <a:spLocks noGrp="1"/>
          </p:cNvSpPr>
          <p:nvPr>
            <p:ph type="title"/>
          </p:nvPr>
        </p:nvSpPr>
        <p:spPr/>
        <p:txBody>
          <a:bodyPr/>
          <a:lstStyle/>
          <a:p>
            <a:r>
              <a:rPr lang="en-US" dirty="0"/>
              <a:t>A One-Bit Sliding Window Protocol</a:t>
            </a:r>
            <a:br>
              <a:rPr lang="en-US" dirty="0"/>
            </a:br>
            <a:endParaRPr lang="en-IN" dirty="0"/>
          </a:p>
        </p:txBody>
      </p:sp>
      <p:sp>
        <p:nvSpPr>
          <p:cNvPr id="3" name="Content Placeholder 2">
            <a:extLst>
              <a:ext uri="{FF2B5EF4-FFF2-40B4-BE49-F238E27FC236}">
                <a16:creationId xmlns:a16="http://schemas.microsoft.com/office/drawing/2014/main" id="{931EC979-9AFF-28D3-5E09-2D2EF1DD770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5A2AE1E-FE29-17C4-ABDA-C5E096C78D65}"/>
              </a:ext>
            </a:extLst>
          </p:cNvPr>
          <p:cNvPicPr>
            <a:picLocks noChangeAspect="1"/>
          </p:cNvPicPr>
          <p:nvPr/>
        </p:nvPicPr>
        <p:blipFill>
          <a:blip r:embed="rId2"/>
          <a:stretch>
            <a:fillRect/>
          </a:stretch>
        </p:blipFill>
        <p:spPr>
          <a:xfrm>
            <a:off x="1156519" y="1128679"/>
            <a:ext cx="9741310" cy="4883620"/>
          </a:xfrm>
          <a:prstGeom prst="rect">
            <a:avLst/>
          </a:prstGeom>
        </p:spPr>
      </p:pic>
      <p:sp>
        <p:nvSpPr>
          <p:cNvPr id="7" name="TextBox 6">
            <a:extLst>
              <a:ext uri="{FF2B5EF4-FFF2-40B4-BE49-F238E27FC236}">
                <a16:creationId xmlns:a16="http://schemas.microsoft.com/office/drawing/2014/main" id="{F4C6731D-BD21-5CD0-CE8B-DC39A7BEC356}"/>
              </a:ext>
            </a:extLst>
          </p:cNvPr>
          <p:cNvSpPr txBox="1"/>
          <p:nvPr/>
        </p:nvSpPr>
        <p:spPr>
          <a:xfrm>
            <a:off x="956188" y="6012299"/>
            <a:ext cx="10515599" cy="646331"/>
          </a:xfrm>
          <a:prstGeom prst="rect">
            <a:avLst/>
          </a:prstGeom>
          <a:noFill/>
        </p:spPr>
        <p:txBody>
          <a:bodyPr wrap="square">
            <a:spAutoFit/>
          </a:bodyPr>
          <a:lstStyle/>
          <a:p>
            <a:r>
              <a:rPr lang="en-US" dirty="0"/>
              <a:t>Figure 3-17. Two scenarios for protocol 4. (a) Normal case. (b) Abnormal case. The notation is (seq, ack, packet number). An asterisk indicates where a network layer accepts a packet.</a:t>
            </a:r>
            <a:endParaRPr lang="en-IN" dirty="0"/>
          </a:p>
        </p:txBody>
      </p:sp>
    </p:spTree>
    <p:extLst>
      <p:ext uri="{BB962C8B-B14F-4D97-AF65-F5344CB8AC3E}">
        <p14:creationId xmlns:p14="http://schemas.microsoft.com/office/powerpoint/2010/main" val="352959149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6AC7F-6C9A-42BB-5060-C39809C2D994}"/>
              </a:ext>
            </a:extLst>
          </p:cNvPr>
          <p:cNvSpPr>
            <a:spLocks noGrp="1"/>
          </p:cNvSpPr>
          <p:nvPr>
            <p:ph type="title"/>
          </p:nvPr>
        </p:nvSpPr>
        <p:spPr/>
        <p:txBody>
          <a:bodyPr/>
          <a:lstStyle/>
          <a:p>
            <a:r>
              <a:rPr lang="en-IN" dirty="0"/>
              <a:t>A Protocol Using Go-Back-N</a:t>
            </a:r>
          </a:p>
        </p:txBody>
      </p:sp>
      <p:sp>
        <p:nvSpPr>
          <p:cNvPr id="3" name="Content Placeholder 2">
            <a:extLst>
              <a:ext uri="{FF2B5EF4-FFF2-40B4-BE49-F238E27FC236}">
                <a16:creationId xmlns:a16="http://schemas.microsoft.com/office/drawing/2014/main" id="{FA426C12-FD52-8664-45EC-FCAAB8DB4B71}"/>
              </a:ext>
            </a:extLst>
          </p:cNvPr>
          <p:cNvSpPr>
            <a:spLocks noGrp="1"/>
          </p:cNvSpPr>
          <p:nvPr>
            <p:ph idx="1"/>
          </p:nvPr>
        </p:nvSpPr>
        <p:spPr>
          <a:xfrm>
            <a:off x="838200" y="1412669"/>
            <a:ext cx="10515600" cy="4938969"/>
          </a:xfrm>
        </p:spPr>
        <p:txBody>
          <a:bodyPr>
            <a:normAutofit lnSpcReduction="10000"/>
          </a:bodyPr>
          <a:lstStyle/>
          <a:p>
            <a:r>
              <a:rPr lang="en-US" dirty="0"/>
              <a:t>Previously, we assumed that the round-trip transmission time (frame transmission + ACK return) is negligible.</a:t>
            </a:r>
          </a:p>
          <a:p>
            <a:r>
              <a:rPr lang="en-US" dirty="0"/>
              <a:t>In reality, this is not always true, especially in cases with long propagation delays.</a:t>
            </a:r>
          </a:p>
          <a:p>
            <a:r>
              <a:rPr lang="en-US" dirty="0"/>
              <a:t>The sender remains </a:t>
            </a:r>
            <a:r>
              <a:rPr lang="en-US" b="1" dirty="0"/>
              <a:t>blocked for most of the time</a:t>
            </a:r>
            <a:r>
              <a:rPr lang="en-US" dirty="0"/>
              <a:t> due to the long </a:t>
            </a:r>
            <a:r>
              <a:rPr lang="en-US" b="1" dirty="0"/>
              <a:t>round-trip delay</a:t>
            </a:r>
            <a:r>
              <a:rPr lang="en-US" dirty="0"/>
              <a:t>, utilizing only a </a:t>
            </a:r>
            <a:r>
              <a:rPr lang="en-US" b="1" dirty="0"/>
              <a:t>small fraction of the available bandwidth</a:t>
            </a:r>
            <a:r>
              <a:rPr lang="en-US" dirty="0"/>
              <a:t>.</a:t>
            </a:r>
          </a:p>
          <a:p>
            <a:r>
              <a:rPr lang="en-US" dirty="0"/>
              <a:t>Instead of waiting for an ACK after each frame, the sender is allowed to send up to </a:t>
            </a:r>
            <a:r>
              <a:rPr lang="en-US" b="1" u="sng" dirty="0">
                <a:solidFill>
                  <a:schemeClr val="accent1">
                    <a:lumMod val="75000"/>
                  </a:schemeClr>
                </a:solidFill>
                <a:highlight>
                  <a:srgbClr val="FFFF00"/>
                </a:highlight>
              </a:rPr>
              <a:t>w frames </a:t>
            </a:r>
            <a:r>
              <a:rPr lang="en-US" dirty="0"/>
              <a:t>before stopping.</a:t>
            </a:r>
          </a:p>
          <a:p>
            <a:r>
              <a:rPr lang="en-US" dirty="0"/>
              <a:t>This ensures continuous transmission and prevents blocking.</a:t>
            </a:r>
          </a:p>
          <a:p>
            <a:r>
              <a:rPr lang="en-US" dirty="0"/>
              <a:t>Higher efficiency is achieved by overlapping frame transmission with acknowledgment reception.</a:t>
            </a:r>
            <a:endParaRPr lang="en-IN" dirty="0"/>
          </a:p>
        </p:txBody>
      </p:sp>
    </p:spTree>
    <p:extLst>
      <p:ext uri="{BB962C8B-B14F-4D97-AF65-F5344CB8AC3E}">
        <p14:creationId xmlns:p14="http://schemas.microsoft.com/office/powerpoint/2010/main" val="289435947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A4E58-F363-138F-D209-3F529FAE4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4561F-36E2-1040-6257-916C61E10E08}"/>
              </a:ext>
            </a:extLst>
          </p:cNvPr>
          <p:cNvSpPr>
            <a:spLocks noGrp="1"/>
          </p:cNvSpPr>
          <p:nvPr>
            <p:ph type="title"/>
          </p:nvPr>
        </p:nvSpPr>
        <p:spPr/>
        <p:txBody>
          <a:bodyPr/>
          <a:lstStyle/>
          <a:p>
            <a:r>
              <a:rPr lang="en-IN" dirty="0"/>
              <a:t>A Protocol Using Go-Back-N</a:t>
            </a:r>
          </a:p>
        </p:txBody>
      </p:sp>
      <p:sp>
        <p:nvSpPr>
          <p:cNvPr id="3" name="Content Placeholder 2">
            <a:extLst>
              <a:ext uri="{FF2B5EF4-FFF2-40B4-BE49-F238E27FC236}">
                <a16:creationId xmlns:a16="http://schemas.microsoft.com/office/drawing/2014/main" id="{04D7A2F5-5C72-3E86-DB13-802AAAAC3FE0}"/>
              </a:ext>
            </a:extLst>
          </p:cNvPr>
          <p:cNvSpPr>
            <a:spLocks noGrp="1"/>
          </p:cNvSpPr>
          <p:nvPr>
            <p:ph idx="1"/>
          </p:nvPr>
        </p:nvSpPr>
        <p:spPr>
          <a:xfrm>
            <a:off x="838200" y="1412669"/>
            <a:ext cx="10515600" cy="4938969"/>
          </a:xfrm>
        </p:spPr>
        <p:txBody>
          <a:bodyPr>
            <a:normAutofit/>
          </a:bodyPr>
          <a:lstStyle/>
          <a:p>
            <a:r>
              <a:rPr lang="en-US" dirty="0"/>
              <a:t>To achieve </a:t>
            </a:r>
            <a:r>
              <a:rPr lang="en-US" b="1" dirty="0"/>
              <a:t>optimal efficiency</a:t>
            </a:r>
            <a:r>
              <a:rPr lang="en-US" dirty="0"/>
              <a:t> in a </a:t>
            </a:r>
            <a:r>
              <a:rPr lang="en-US" b="1" dirty="0"/>
              <a:t>high-latency network</a:t>
            </a:r>
            <a:r>
              <a:rPr lang="en-US" dirty="0"/>
              <a:t>, the sender’s </a:t>
            </a:r>
            <a:r>
              <a:rPr lang="en-US" b="1" dirty="0"/>
              <a:t>window size (w) should be set to</a:t>
            </a:r>
            <a:r>
              <a:rPr lang="en-US" dirty="0"/>
              <a:t>:</a:t>
            </a:r>
          </a:p>
          <a:p>
            <a:pPr>
              <a:buNone/>
            </a:pPr>
            <a:r>
              <a:rPr lang="en-US" dirty="0"/>
              <a:t>						w=2×BD+1</a:t>
            </a:r>
          </a:p>
          <a:p>
            <a:r>
              <a:rPr lang="en-US" dirty="0"/>
              <a:t>where </a:t>
            </a:r>
            <a:r>
              <a:rPr lang="en-US" b="1" dirty="0"/>
              <a:t>BD (Bandwidth-Delay product)</a:t>
            </a:r>
            <a:r>
              <a:rPr lang="en-US" dirty="0"/>
              <a:t> represents the number of frames that can be in transit. This ensures that the sender can continuously transmit frames without waiting for acknowledgments, maximizing </a:t>
            </a:r>
            <a:r>
              <a:rPr lang="en-US" b="1" dirty="0"/>
              <a:t>bandwidth utilization</a:t>
            </a:r>
            <a:r>
              <a:rPr lang="en-US" dirty="0"/>
              <a:t>.</a:t>
            </a:r>
          </a:p>
          <a:p>
            <a:r>
              <a:rPr lang="en-US" dirty="0"/>
              <a:t>For a </a:t>
            </a:r>
            <a:r>
              <a:rPr lang="en-US" b="1" dirty="0"/>
              <a:t>50 kbps link</a:t>
            </a:r>
            <a:r>
              <a:rPr lang="en-US" dirty="0"/>
              <a:t> with a </a:t>
            </a:r>
            <a:r>
              <a:rPr lang="en-US" b="1" dirty="0"/>
              <a:t>one-way delay of 250 </a:t>
            </a:r>
            <a:r>
              <a:rPr lang="en-US" b="1" dirty="0" err="1"/>
              <a:t>ms</a:t>
            </a:r>
            <a:r>
              <a:rPr lang="en-US" dirty="0"/>
              <a:t>, BD = </a:t>
            </a:r>
            <a:r>
              <a:rPr lang="en-US" b="1" dirty="0"/>
              <a:t>12.5 frames</a:t>
            </a:r>
            <a:r>
              <a:rPr lang="en-US" dirty="0"/>
              <a:t>, so </a:t>
            </a:r>
            <a:r>
              <a:rPr lang="en-US" b="1" dirty="0"/>
              <a:t>w = 26 frames</a:t>
            </a:r>
            <a:r>
              <a:rPr lang="en-US" dirty="0"/>
              <a:t> ensures </a:t>
            </a:r>
            <a:r>
              <a:rPr lang="en-US" b="1" dirty="0"/>
              <a:t>100% utilization</a:t>
            </a:r>
            <a:r>
              <a:rPr lang="en-US" dirty="0"/>
              <a:t>. If a smaller window size is used, the sender </a:t>
            </a:r>
            <a:r>
              <a:rPr lang="en-US" b="1" dirty="0"/>
              <a:t>may be blocked</a:t>
            </a:r>
            <a:r>
              <a:rPr lang="en-US" dirty="0"/>
              <a:t>, leading to </a:t>
            </a:r>
            <a:r>
              <a:rPr lang="en-US" b="1" dirty="0"/>
              <a:t>lower efficiency</a:t>
            </a:r>
            <a:r>
              <a:rPr lang="en-US" dirty="0"/>
              <a:t>.</a:t>
            </a:r>
          </a:p>
          <a:p>
            <a:endParaRPr lang="en-IN" dirty="0"/>
          </a:p>
        </p:txBody>
      </p:sp>
    </p:spTree>
    <p:extLst>
      <p:ext uri="{BB962C8B-B14F-4D97-AF65-F5344CB8AC3E}">
        <p14:creationId xmlns:p14="http://schemas.microsoft.com/office/powerpoint/2010/main" val="292116856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683ED-509F-4563-575F-C8FA016BAF5C}"/>
              </a:ext>
            </a:extLst>
          </p:cNvPr>
          <p:cNvSpPr>
            <a:spLocks noGrp="1"/>
          </p:cNvSpPr>
          <p:nvPr>
            <p:ph type="title"/>
          </p:nvPr>
        </p:nvSpPr>
        <p:spPr/>
        <p:txBody>
          <a:bodyPr/>
          <a:lstStyle/>
          <a:p>
            <a:r>
              <a:rPr lang="en-US" dirty="0"/>
              <a:t>Pipelining</a:t>
            </a:r>
            <a:endParaRPr lang="en-IN" dirty="0"/>
          </a:p>
        </p:txBody>
      </p:sp>
      <p:sp>
        <p:nvSpPr>
          <p:cNvPr id="3" name="Content Placeholder 2">
            <a:extLst>
              <a:ext uri="{FF2B5EF4-FFF2-40B4-BE49-F238E27FC236}">
                <a16:creationId xmlns:a16="http://schemas.microsoft.com/office/drawing/2014/main" id="{15BCD261-E097-5157-B229-D3B863B48BE6}"/>
              </a:ext>
            </a:extLst>
          </p:cNvPr>
          <p:cNvSpPr>
            <a:spLocks noGrp="1"/>
          </p:cNvSpPr>
          <p:nvPr>
            <p:ph idx="1"/>
          </p:nvPr>
        </p:nvSpPr>
        <p:spPr/>
        <p:txBody>
          <a:bodyPr/>
          <a:lstStyle/>
          <a:p>
            <a:r>
              <a:rPr lang="en-US" dirty="0"/>
              <a:t>Pipelining allows multiple frames to be in transit simultaneously, improving efficiency over unreliable communication channels.</a:t>
            </a:r>
          </a:p>
          <a:p>
            <a:r>
              <a:rPr lang="en-US" dirty="0"/>
              <a:t>However, if a frame is lost or damaged, all subsequent frames may arrive before the sender detects the issue. </a:t>
            </a:r>
          </a:p>
          <a:p>
            <a:r>
              <a:rPr lang="en-US" dirty="0"/>
              <a:t>Since the receiver must deliver packets in order, it has two options:</a:t>
            </a:r>
          </a:p>
          <a:p>
            <a:pPr lvl="1"/>
            <a:r>
              <a:rPr lang="en-US" dirty="0"/>
              <a:t>Discard all subsequent frames until the missing frame is retransmitted (Go-Back-N).</a:t>
            </a:r>
          </a:p>
          <a:p>
            <a:pPr lvl="1"/>
            <a:r>
              <a:rPr lang="en-US" dirty="0"/>
              <a:t>Buffer the correct frames and request only the missing one (Selective Repeat).</a:t>
            </a:r>
            <a:endParaRPr lang="en-IN" dirty="0"/>
          </a:p>
        </p:txBody>
      </p:sp>
    </p:spTree>
    <p:extLst>
      <p:ext uri="{BB962C8B-B14F-4D97-AF65-F5344CB8AC3E}">
        <p14:creationId xmlns:p14="http://schemas.microsoft.com/office/powerpoint/2010/main" val="153910743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B9AD39-2B22-47EF-E31B-566835880C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A6F385-E51A-0770-E8EF-DE79FAC59AC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10B4D9A0-C682-FFA7-A9F9-464A433E8656}"/>
              </a:ext>
            </a:extLst>
          </p:cNvPr>
          <p:cNvPicPr>
            <a:picLocks noChangeAspect="1"/>
          </p:cNvPicPr>
          <p:nvPr/>
        </p:nvPicPr>
        <p:blipFill>
          <a:blip r:embed="rId2"/>
          <a:stretch>
            <a:fillRect/>
          </a:stretch>
        </p:blipFill>
        <p:spPr>
          <a:xfrm>
            <a:off x="555736" y="109486"/>
            <a:ext cx="11080527" cy="6748514"/>
          </a:xfrm>
          <a:prstGeom prst="rect">
            <a:avLst/>
          </a:prstGeom>
        </p:spPr>
      </p:pic>
      <p:sp>
        <p:nvSpPr>
          <p:cNvPr id="6" name="TextBox 5">
            <a:extLst>
              <a:ext uri="{FF2B5EF4-FFF2-40B4-BE49-F238E27FC236}">
                <a16:creationId xmlns:a16="http://schemas.microsoft.com/office/drawing/2014/main" id="{4F163440-1FE2-9E89-7140-BEF77F5CE485}"/>
              </a:ext>
            </a:extLst>
          </p:cNvPr>
          <p:cNvSpPr txBox="1"/>
          <p:nvPr/>
        </p:nvSpPr>
        <p:spPr>
          <a:xfrm>
            <a:off x="10343535" y="540774"/>
            <a:ext cx="1140542" cy="369332"/>
          </a:xfrm>
          <a:prstGeom prst="rect">
            <a:avLst/>
          </a:prstGeom>
          <a:noFill/>
        </p:spPr>
        <p:txBody>
          <a:bodyPr wrap="square" rtlCol="0">
            <a:spAutoFit/>
          </a:bodyPr>
          <a:lstStyle/>
          <a:p>
            <a:pPr algn="ctr"/>
            <a:r>
              <a:rPr lang="en-IN" b="1" dirty="0">
                <a:solidFill>
                  <a:srgbClr val="FFC000"/>
                </a:solidFill>
              </a:rPr>
              <a:t>Sender</a:t>
            </a:r>
          </a:p>
        </p:txBody>
      </p:sp>
      <p:sp>
        <p:nvSpPr>
          <p:cNvPr id="7" name="TextBox 6">
            <a:extLst>
              <a:ext uri="{FF2B5EF4-FFF2-40B4-BE49-F238E27FC236}">
                <a16:creationId xmlns:a16="http://schemas.microsoft.com/office/drawing/2014/main" id="{1358BD44-0A4A-5C91-F727-B5FD2F50A774}"/>
              </a:ext>
            </a:extLst>
          </p:cNvPr>
          <p:cNvSpPr txBox="1"/>
          <p:nvPr/>
        </p:nvSpPr>
        <p:spPr>
          <a:xfrm>
            <a:off x="10495721" y="2144252"/>
            <a:ext cx="1140542" cy="369332"/>
          </a:xfrm>
          <a:prstGeom prst="rect">
            <a:avLst/>
          </a:prstGeom>
          <a:noFill/>
        </p:spPr>
        <p:txBody>
          <a:bodyPr wrap="square" rtlCol="0">
            <a:spAutoFit/>
          </a:bodyPr>
          <a:lstStyle/>
          <a:p>
            <a:pPr algn="ctr"/>
            <a:r>
              <a:rPr lang="en-IN" b="1" dirty="0">
                <a:solidFill>
                  <a:srgbClr val="FFC000"/>
                </a:solidFill>
              </a:rPr>
              <a:t>Receiver</a:t>
            </a:r>
          </a:p>
        </p:txBody>
      </p:sp>
      <p:sp>
        <p:nvSpPr>
          <p:cNvPr id="8" name="TextBox 7">
            <a:extLst>
              <a:ext uri="{FF2B5EF4-FFF2-40B4-BE49-F238E27FC236}">
                <a16:creationId xmlns:a16="http://schemas.microsoft.com/office/drawing/2014/main" id="{2ADD5CBD-3D04-A375-7CFA-1B99D713AD9E}"/>
              </a:ext>
            </a:extLst>
          </p:cNvPr>
          <p:cNvSpPr txBox="1"/>
          <p:nvPr/>
        </p:nvSpPr>
        <p:spPr>
          <a:xfrm>
            <a:off x="10476056" y="4150920"/>
            <a:ext cx="1140542" cy="369332"/>
          </a:xfrm>
          <a:prstGeom prst="rect">
            <a:avLst/>
          </a:prstGeom>
          <a:noFill/>
        </p:spPr>
        <p:txBody>
          <a:bodyPr wrap="square" rtlCol="0">
            <a:spAutoFit/>
          </a:bodyPr>
          <a:lstStyle/>
          <a:p>
            <a:pPr algn="ctr"/>
            <a:r>
              <a:rPr lang="en-IN" b="1" dirty="0">
                <a:solidFill>
                  <a:srgbClr val="FFC000"/>
                </a:solidFill>
              </a:rPr>
              <a:t>Sender</a:t>
            </a:r>
          </a:p>
        </p:txBody>
      </p:sp>
      <p:sp>
        <p:nvSpPr>
          <p:cNvPr id="9" name="TextBox 8">
            <a:extLst>
              <a:ext uri="{FF2B5EF4-FFF2-40B4-BE49-F238E27FC236}">
                <a16:creationId xmlns:a16="http://schemas.microsoft.com/office/drawing/2014/main" id="{D66841C8-4722-AEE6-A0AD-EF53FF7DBF32}"/>
              </a:ext>
            </a:extLst>
          </p:cNvPr>
          <p:cNvSpPr txBox="1"/>
          <p:nvPr/>
        </p:nvSpPr>
        <p:spPr>
          <a:xfrm>
            <a:off x="10628242" y="5754398"/>
            <a:ext cx="1140542" cy="369332"/>
          </a:xfrm>
          <a:prstGeom prst="rect">
            <a:avLst/>
          </a:prstGeom>
          <a:noFill/>
        </p:spPr>
        <p:txBody>
          <a:bodyPr wrap="square" rtlCol="0">
            <a:spAutoFit/>
          </a:bodyPr>
          <a:lstStyle/>
          <a:p>
            <a:pPr algn="ctr"/>
            <a:r>
              <a:rPr lang="en-IN" b="1" dirty="0">
                <a:solidFill>
                  <a:srgbClr val="FFC000"/>
                </a:solidFill>
              </a:rPr>
              <a:t>Receiver</a:t>
            </a:r>
          </a:p>
        </p:txBody>
      </p:sp>
      <p:sp>
        <p:nvSpPr>
          <p:cNvPr id="11" name="TextBox 10">
            <a:extLst>
              <a:ext uri="{FF2B5EF4-FFF2-40B4-BE49-F238E27FC236}">
                <a16:creationId xmlns:a16="http://schemas.microsoft.com/office/drawing/2014/main" id="{FDA5B82A-764D-2D77-71D3-F347DD1884B1}"/>
              </a:ext>
            </a:extLst>
          </p:cNvPr>
          <p:cNvSpPr txBox="1"/>
          <p:nvPr/>
        </p:nvSpPr>
        <p:spPr>
          <a:xfrm>
            <a:off x="5822727" y="3429000"/>
            <a:ext cx="6096000" cy="369332"/>
          </a:xfrm>
          <a:prstGeom prst="rect">
            <a:avLst/>
          </a:prstGeom>
          <a:noFill/>
        </p:spPr>
        <p:txBody>
          <a:bodyPr wrap="square">
            <a:spAutoFit/>
          </a:bodyPr>
          <a:lstStyle/>
          <a:p>
            <a:r>
              <a:rPr lang="en-IN"/>
              <a:t>go-back-n</a:t>
            </a:r>
            <a:endParaRPr lang="en-IN" b="1" dirty="0"/>
          </a:p>
        </p:txBody>
      </p:sp>
      <p:sp>
        <p:nvSpPr>
          <p:cNvPr id="13" name="TextBox 12">
            <a:extLst>
              <a:ext uri="{FF2B5EF4-FFF2-40B4-BE49-F238E27FC236}">
                <a16:creationId xmlns:a16="http://schemas.microsoft.com/office/drawing/2014/main" id="{8B787845-E032-315D-E351-E9645BDD0659}"/>
              </a:ext>
            </a:extLst>
          </p:cNvPr>
          <p:cNvSpPr txBox="1"/>
          <p:nvPr/>
        </p:nvSpPr>
        <p:spPr>
          <a:xfrm>
            <a:off x="5488430" y="6185710"/>
            <a:ext cx="6096000" cy="369332"/>
          </a:xfrm>
          <a:prstGeom prst="rect">
            <a:avLst/>
          </a:prstGeom>
          <a:noFill/>
        </p:spPr>
        <p:txBody>
          <a:bodyPr wrap="square">
            <a:spAutoFit/>
          </a:bodyPr>
          <a:lstStyle/>
          <a:p>
            <a:r>
              <a:rPr lang="en-IN" dirty="0"/>
              <a:t>(b) </a:t>
            </a:r>
            <a:r>
              <a:rPr lang="en-IN" b="1" dirty="0"/>
              <a:t>Selective repeat</a:t>
            </a:r>
          </a:p>
        </p:txBody>
      </p:sp>
    </p:spTree>
    <p:extLst>
      <p:ext uri="{BB962C8B-B14F-4D97-AF65-F5344CB8AC3E}">
        <p14:creationId xmlns:p14="http://schemas.microsoft.com/office/powerpoint/2010/main" val="55188757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C65020-629A-6CAC-5B7C-3F6D75975952}"/>
              </a:ext>
            </a:extLst>
          </p:cNvPr>
          <p:cNvSpPr>
            <a:spLocks noGrp="1"/>
          </p:cNvSpPr>
          <p:nvPr>
            <p:ph type="title"/>
          </p:nvPr>
        </p:nvSpPr>
        <p:spPr/>
        <p:txBody>
          <a:bodyPr/>
          <a:lstStyle/>
          <a:p>
            <a:r>
              <a:rPr lang="en-IN" dirty="0"/>
              <a:t>Go-back-N</a:t>
            </a:r>
          </a:p>
        </p:txBody>
      </p:sp>
      <p:sp>
        <p:nvSpPr>
          <p:cNvPr id="3" name="Content Placeholder 2">
            <a:extLst>
              <a:ext uri="{FF2B5EF4-FFF2-40B4-BE49-F238E27FC236}">
                <a16:creationId xmlns:a16="http://schemas.microsoft.com/office/drawing/2014/main" id="{6C751FC8-BD45-5830-8098-BAF86674A7C3}"/>
              </a:ext>
            </a:extLst>
          </p:cNvPr>
          <p:cNvSpPr>
            <a:spLocks noGrp="1"/>
          </p:cNvSpPr>
          <p:nvPr>
            <p:ph idx="1"/>
          </p:nvPr>
        </p:nvSpPr>
        <p:spPr>
          <a:xfrm>
            <a:off x="838200" y="1530657"/>
            <a:ext cx="10515600" cy="4351338"/>
          </a:xfrm>
        </p:spPr>
        <p:txBody>
          <a:bodyPr/>
          <a:lstStyle/>
          <a:p>
            <a:r>
              <a:rPr lang="en-US" dirty="0"/>
              <a:t>The receiver only accepts the next expected frame and discards out-of-order frames.</a:t>
            </a:r>
          </a:p>
          <a:p>
            <a:r>
              <a:rPr lang="en-US" dirty="0"/>
              <a:t>If a frame is lost or damaged, the receiver does not acknowledge it, causing the sender’s window to fill up (window size is important).</a:t>
            </a:r>
          </a:p>
          <a:p>
            <a:r>
              <a:rPr lang="en-US" dirty="0"/>
              <a:t>The sender waits for a timeout and then </a:t>
            </a:r>
            <a:r>
              <a:rPr lang="en-US" b="1" dirty="0"/>
              <a:t>retransmits all unacknowledged frames</a:t>
            </a:r>
            <a:r>
              <a:rPr lang="en-US" dirty="0"/>
              <a:t> from the lost/damaged frame onwards.</a:t>
            </a:r>
          </a:p>
          <a:p>
            <a:r>
              <a:rPr lang="en-US" dirty="0"/>
              <a:t>If errors occur frequently, many correctly received frames may need to be retransmitted, </a:t>
            </a:r>
            <a:r>
              <a:rPr lang="en-US" b="1" dirty="0"/>
              <a:t>wasting bandwidth</a:t>
            </a:r>
            <a:r>
              <a:rPr lang="en-US" dirty="0"/>
              <a:t>.</a:t>
            </a:r>
            <a:endParaRPr lang="en-IN" dirty="0"/>
          </a:p>
        </p:txBody>
      </p:sp>
    </p:spTree>
    <p:extLst>
      <p:ext uri="{BB962C8B-B14F-4D97-AF65-F5344CB8AC3E}">
        <p14:creationId xmlns:p14="http://schemas.microsoft.com/office/powerpoint/2010/main" val="38051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78676-461C-88D2-1AC2-839E93892C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5B2E51-9A89-0717-E9B5-735993E5F938}"/>
              </a:ext>
            </a:extLst>
          </p:cNvPr>
          <p:cNvSpPr>
            <a:spLocks noGrp="1"/>
          </p:cNvSpPr>
          <p:nvPr>
            <p:ph type="title"/>
          </p:nvPr>
        </p:nvSpPr>
        <p:spPr/>
        <p:txBody>
          <a:bodyPr/>
          <a:lstStyle/>
          <a:p>
            <a:r>
              <a:rPr lang="en-IN" dirty="0"/>
              <a:t>Go-back-N</a:t>
            </a:r>
          </a:p>
        </p:txBody>
      </p:sp>
      <p:sp>
        <p:nvSpPr>
          <p:cNvPr id="3" name="Content Placeholder 2">
            <a:extLst>
              <a:ext uri="{FF2B5EF4-FFF2-40B4-BE49-F238E27FC236}">
                <a16:creationId xmlns:a16="http://schemas.microsoft.com/office/drawing/2014/main" id="{4BF7E849-21CB-375B-22DD-1ED57B931066}"/>
              </a:ext>
            </a:extLst>
          </p:cNvPr>
          <p:cNvSpPr>
            <a:spLocks noGrp="1"/>
          </p:cNvSpPr>
          <p:nvPr>
            <p:ph idx="1"/>
          </p:nvPr>
        </p:nvSpPr>
        <p:spPr>
          <a:xfrm>
            <a:off x="838200" y="1530657"/>
            <a:ext cx="10515600" cy="4351338"/>
          </a:xfrm>
        </p:spPr>
        <p:txBody>
          <a:bodyPr/>
          <a:lstStyle/>
          <a:p>
            <a:r>
              <a:rPr lang="en-US" dirty="0"/>
              <a:t>The receiver only accepts the next expected frame and discards out-of-order frames.</a:t>
            </a:r>
          </a:p>
          <a:p>
            <a:r>
              <a:rPr lang="en-US" dirty="0"/>
              <a:t>The sequence numbers are module 2</a:t>
            </a:r>
            <a:r>
              <a:rPr lang="en-US" baseline="30000" dirty="0"/>
              <a:t>m</a:t>
            </a:r>
          </a:p>
          <a:p>
            <a:r>
              <a:rPr lang="en-US" dirty="0"/>
              <a:t>If a frame is lost or damaged, the receiver does not acknowledge it, causing the sender’s window to fill up (window size is important).</a:t>
            </a:r>
          </a:p>
          <a:p>
            <a:r>
              <a:rPr lang="en-US" dirty="0"/>
              <a:t>The sender waits for a timeout and then </a:t>
            </a:r>
            <a:r>
              <a:rPr lang="en-US" b="1" dirty="0"/>
              <a:t>retransmits all unacknowledged frames</a:t>
            </a:r>
            <a:r>
              <a:rPr lang="en-US" dirty="0"/>
              <a:t> from the lost/damaged frame onwards.</a:t>
            </a:r>
          </a:p>
          <a:p>
            <a:r>
              <a:rPr lang="en-US" dirty="0"/>
              <a:t>If errors occur frequently, many correctly received frames may need to be retransmitted, </a:t>
            </a:r>
            <a:r>
              <a:rPr lang="en-US" b="1" dirty="0"/>
              <a:t>wasting bandwidth</a:t>
            </a:r>
            <a:r>
              <a:rPr lang="en-US" dirty="0"/>
              <a:t>.</a:t>
            </a:r>
            <a:endParaRPr lang="en-IN" dirty="0"/>
          </a:p>
        </p:txBody>
      </p:sp>
    </p:spTree>
    <p:extLst>
      <p:ext uri="{BB962C8B-B14F-4D97-AF65-F5344CB8AC3E}">
        <p14:creationId xmlns:p14="http://schemas.microsoft.com/office/powerpoint/2010/main" val="226255112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C0F43E-1189-EAFC-0BDF-3133C8B8A4CD}"/>
              </a:ext>
            </a:extLst>
          </p:cNvPr>
          <p:cNvSpPr>
            <a:spLocks noGrp="1"/>
          </p:cNvSpPr>
          <p:nvPr>
            <p:ph type="sldNum" sz="quarter" idx="10"/>
          </p:nvPr>
        </p:nvSpPr>
        <p:spPr/>
        <p:txBody>
          <a:bodyPr/>
          <a:lstStyle/>
          <a:p>
            <a:r>
              <a:rPr lang="en-US" altLang="en-US"/>
              <a:t>11.</a:t>
            </a:r>
            <a:fld id="{D9763519-16EB-4FDB-AB8B-897EE2EF61D8}" type="slidenum">
              <a:rPr lang="en-US" altLang="en-US"/>
              <a:pPr/>
              <a:t>103</a:t>
            </a:fld>
            <a:endParaRPr lang="en-US" altLang="en-US"/>
          </a:p>
        </p:txBody>
      </p:sp>
      <p:sp>
        <p:nvSpPr>
          <p:cNvPr id="877570" name="Line 2">
            <a:extLst>
              <a:ext uri="{FF2B5EF4-FFF2-40B4-BE49-F238E27FC236}">
                <a16:creationId xmlns:a16="http://schemas.microsoft.com/office/drawing/2014/main" id="{2C427923-7B93-827B-88A7-1B80B83C033E}"/>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7571" name="Line 3">
            <a:extLst>
              <a:ext uri="{FF2B5EF4-FFF2-40B4-BE49-F238E27FC236}">
                <a16:creationId xmlns:a16="http://schemas.microsoft.com/office/drawing/2014/main" id="{11B4FEEF-9AF6-9457-0AAD-AED587ED7292}"/>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7572" name="Text Box 4">
            <a:extLst>
              <a:ext uri="{FF2B5EF4-FFF2-40B4-BE49-F238E27FC236}">
                <a16:creationId xmlns:a16="http://schemas.microsoft.com/office/drawing/2014/main" id="{09FFBA74-FCE7-FCAB-4159-628BD6338CB0}"/>
              </a:ext>
            </a:extLst>
          </p:cNvPr>
          <p:cNvSpPr txBox="1">
            <a:spLocks noChangeArrowheads="1"/>
          </p:cNvSpPr>
          <p:nvPr/>
        </p:nvSpPr>
        <p:spPr bwMode="auto">
          <a:xfrm>
            <a:off x="1828800" y="381000"/>
            <a:ext cx="5575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11.12  </a:t>
            </a:r>
            <a:r>
              <a:rPr lang="en-US" altLang="en-US" sz="2000" i="1">
                <a:latin typeface="Times New Roman" panose="02020603050405020304" pitchFamily="18" charset="0"/>
              </a:rPr>
              <a:t>Send window for Go-Back-N ARQ</a:t>
            </a:r>
          </a:p>
        </p:txBody>
      </p:sp>
      <p:sp>
        <p:nvSpPr>
          <p:cNvPr id="877573" name="Line 5">
            <a:extLst>
              <a:ext uri="{FF2B5EF4-FFF2-40B4-BE49-F238E27FC236}">
                <a16:creationId xmlns:a16="http://schemas.microsoft.com/office/drawing/2014/main" id="{F6410D5A-EFE5-0BC7-0DA1-D3D9722C3F87}"/>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77574" name="Picture 6">
            <a:extLst>
              <a:ext uri="{FF2B5EF4-FFF2-40B4-BE49-F238E27FC236}">
                <a16:creationId xmlns:a16="http://schemas.microsoft.com/office/drawing/2014/main" id="{C8341D95-5AE7-F0A9-44D1-3A2D4A7794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426" y="1228726"/>
            <a:ext cx="8537575" cy="456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D7E4B4-5581-4F61-E795-879FD753D71D}"/>
              </a:ext>
            </a:extLst>
          </p:cNvPr>
          <p:cNvSpPr>
            <a:spLocks noGrp="1"/>
          </p:cNvSpPr>
          <p:nvPr>
            <p:ph type="sldNum" sz="quarter" idx="10"/>
          </p:nvPr>
        </p:nvSpPr>
        <p:spPr/>
        <p:txBody>
          <a:bodyPr/>
          <a:lstStyle/>
          <a:p>
            <a:r>
              <a:rPr lang="en-US" altLang="en-US"/>
              <a:t>11.</a:t>
            </a:r>
            <a:fld id="{006FE9E7-E714-4C11-81B9-0DA084FCD55E}" type="slidenum">
              <a:rPr lang="en-US" altLang="en-US"/>
              <a:pPr/>
              <a:t>104</a:t>
            </a:fld>
            <a:endParaRPr lang="en-US" altLang="en-US"/>
          </a:p>
        </p:txBody>
      </p:sp>
      <p:sp>
        <p:nvSpPr>
          <p:cNvPr id="878594" name="Line 2">
            <a:extLst>
              <a:ext uri="{FF2B5EF4-FFF2-40B4-BE49-F238E27FC236}">
                <a16:creationId xmlns:a16="http://schemas.microsoft.com/office/drawing/2014/main" id="{09ABCB8C-40CC-87EA-3195-27B8DB2BEE79}"/>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8595" name="Line 3">
            <a:extLst>
              <a:ext uri="{FF2B5EF4-FFF2-40B4-BE49-F238E27FC236}">
                <a16:creationId xmlns:a16="http://schemas.microsoft.com/office/drawing/2014/main" id="{B45FDE91-4A83-C11C-A7A1-A34C25C55D07}"/>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78596" name="Text Box 4">
            <a:extLst>
              <a:ext uri="{FF2B5EF4-FFF2-40B4-BE49-F238E27FC236}">
                <a16:creationId xmlns:a16="http://schemas.microsoft.com/office/drawing/2014/main" id="{D6F89BA1-6DBA-5F1B-5287-AA89078A5D7B}"/>
              </a:ext>
            </a:extLst>
          </p:cNvPr>
          <p:cNvSpPr txBox="1">
            <a:spLocks noChangeArrowheads="1"/>
          </p:cNvSpPr>
          <p:nvPr/>
        </p:nvSpPr>
        <p:spPr bwMode="auto">
          <a:xfrm>
            <a:off x="1828800" y="381000"/>
            <a:ext cx="5856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11.13  </a:t>
            </a:r>
            <a:r>
              <a:rPr lang="en-US" altLang="en-US" sz="2000" i="1">
                <a:latin typeface="Times New Roman" panose="02020603050405020304" pitchFamily="18" charset="0"/>
              </a:rPr>
              <a:t>Receive window for Go-Back-N ARQ</a:t>
            </a:r>
          </a:p>
        </p:txBody>
      </p:sp>
      <p:sp>
        <p:nvSpPr>
          <p:cNvPr id="878597" name="Line 5">
            <a:extLst>
              <a:ext uri="{FF2B5EF4-FFF2-40B4-BE49-F238E27FC236}">
                <a16:creationId xmlns:a16="http://schemas.microsoft.com/office/drawing/2014/main" id="{1737BDF3-2107-0E50-B01B-5E75EE9D3F0E}"/>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78598" name="Picture 6">
            <a:extLst>
              <a:ext uri="{FF2B5EF4-FFF2-40B4-BE49-F238E27FC236}">
                <a16:creationId xmlns:a16="http://schemas.microsoft.com/office/drawing/2014/main" id="{5B4D2BB5-683A-3F6A-959D-6F23277453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0914" y="1844676"/>
            <a:ext cx="7761287" cy="341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8F7DA0-F0C1-2C23-B140-0786F25AB218}"/>
              </a:ext>
            </a:extLst>
          </p:cNvPr>
          <p:cNvSpPr>
            <a:spLocks noGrp="1"/>
          </p:cNvSpPr>
          <p:nvPr>
            <p:ph type="sldNum" sz="quarter" idx="10"/>
          </p:nvPr>
        </p:nvSpPr>
        <p:spPr/>
        <p:txBody>
          <a:bodyPr/>
          <a:lstStyle/>
          <a:p>
            <a:r>
              <a:rPr lang="en-US" altLang="en-US"/>
              <a:t>11.</a:t>
            </a:r>
            <a:fld id="{1BE0FB47-8943-4502-A3E9-AD559A758CB0}" type="slidenum">
              <a:rPr lang="en-US" altLang="en-US"/>
              <a:pPr/>
              <a:t>105</a:t>
            </a:fld>
            <a:endParaRPr lang="en-US" altLang="en-US"/>
          </a:p>
        </p:txBody>
      </p:sp>
      <p:sp>
        <p:nvSpPr>
          <p:cNvPr id="885762" name="Line 2">
            <a:extLst>
              <a:ext uri="{FF2B5EF4-FFF2-40B4-BE49-F238E27FC236}">
                <a16:creationId xmlns:a16="http://schemas.microsoft.com/office/drawing/2014/main" id="{C17C0453-7ED0-6C02-0226-A76A4A104E65}"/>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5763" name="Line 3">
            <a:extLst>
              <a:ext uri="{FF2B5EF4-FFF2-40B4-BE49-F238E27FC236}">
                <a16:creationId xmlns:a16="http://schemas.microsoft.com/office/drawing/2014/main" id="{698AFFF5-ED9D-DD33-A2E5-7E1EFC783CB1}"/>
              </a:ext>
            </a:extLst>
          </p:cNvPr>
          <p:cNvSpPr>
            <a:spLocks noChangeShapeType="1"/>
          </p:cNvSpPr>
          <p:nvPr/>
        </p:nvSpPr>
        <p:spPr bwMode="auto">
          <a:xfrm>
            <a:off x="1676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5764" name="Text Box 4">
            <a:extLst>
              <a:ext uri="{FF2B5EF4-FFF2-40B4-BE49-F238E27FC236}">
                <a16:creationId xmlns:a16="http://schemas.microsoft.com/office/drawing/2014/main" id="{1E478953-8F57-B312-EB14-3B1353270B44}"/>
              </a:ext>
            </a:extLst>
          </p:cNvPr>
          <p:cNvSpPr txBox="1">
            <a:spLocks noChangeArrowheads="1"/>
          </p:cNvSpPr>
          <p:nvPr/>
        </p:nvSpPr>
        <p:spPr bwMode="auto">
          <a:xfrm>
            <a:off x="1828800" y="228600"/>
            <a:ext cx="5316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11.20  </a:t>
            </a:r>
            <a:r>
              <a:rPr lang="en-US" altLang="en-US" sz="2000" i="1">
                <a:latin typeface="Times New Roman" panose="02020603050405020304" pitchFamily="18" charset="0"/>
              </a:rPr>
              <a:t>Design of Selective Repeat ARQ</a:t>
            </a:r>
          </a:p>
        </p:txBody>
      </p:sp>
      <p:sp>
        <p:nvSpPr>
          <p:cNvPr id="885765" name="Line 5">
            <a:extLst>
              <a:ext uri="{FF2B5EF4-FFF2-40B4-BE49-F238E27FC236}">
                <a16:creationId xmlns:a16="http://schemas.microsoft.com/office/drawing/2014/main" id="{76463D18-73C7-56A9-B239-0D6461FB133C}"/>
              </a:ext>
            </a:extLst>
          </p:cNvPr>
          <p:cNvSpPr>
            <a:spLocks noChangeShapeType="1"/>
          </p:cNvSpPr>
          <p:nvPr/>
        </p:nvSpPr>
        <p:spPr bwMode="auto">
          <a:xfrm>
            <a:off x="1676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85766" name="Picture 6">
            <a:extLst>
              <a:ext uri="{FF2B5EF4-FFF2-40B4-BE49-F238E27FC236}">
                <a16:creationId xmlns:a16="http://schemas.microsoft.com/office/drawing/2014/main" id="{8BB39EE3-0F70-10BE-4ECE-8F5771F0F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8800" y="1022350"/>
            <a:ext cx="6197600" cy="522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060DD9-4446-56D5-766E-9C7C90B8E4B6}"/>
              </a:ext>
            </a:extLst>
          </p:cNvPr>
          <p:cNvSpPr>
            <a:spLocks noGrp="1"/>
          </p:cNvSpPr>
          <p:nvPr>
            <p:ph type="sldNum" sz="quarter" idx="10"/>
          </p:nvPr>
        </p:nvSpPr>
        <p:spPr/>
        <p:txBody>
          <a:bodyPr/>
          <a:lstStyle/>
          <a:p>
            <a:r>
              <a:rPr lang="en-US" altLang="en-US"/>
              <a:t>11.</a:t>
            </a:r>
            <a:fld id="{D263774B-B31B-4067-9169-318C9B0CB538}" type="slidenum">
              <a:rPr lang="en-US" altLang="en-US"/>
              <a:pPr/>
              <a:t>106</a:t>
            </a:fld>
            <a:endParaRPr lang="en-US" altLang="en-US"/>
          </a:p>
        </p:txBody>
      </p:sp>
      <p:sp>
        <p:nvSpPr>
          <p:cNvPr id="880642" name="Line 2">
            <a:extLst>
              <a:ext uri="{FF2B5EF4-FFF2-40B4-BE49-F238E27FC236}">
                <a16:creationId xmlns:a16="http://schemas.microsoft.com/office/drawing/2014/main" id="{F0267560-4837-7038-E944-F6BC99C0A189}"/>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0643" name="Line 3">
            <a:extLst>
              <a:ext uri="{FF2B5EF4-FFF2-40B4-BE49-F238E27FC236}">
                <a16:creationId xmlns:a16="http://schemas.microsoft.com/office/drawing/2014/main" id="{12A812A8-659A-55EA-8265-8E3E27C7A346}"/>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0644" name="Text Box 4">
            <a:extLst>
              <a:ext uri="{FF2B5EF4-FFF2-40B4-BE49-F238E27FC236}">
                <a16:creationId xmlns:a16="http://schemas.microsoft.com/office/drawing/2014/main" id="{AE4CB524-AABD-A523-99D9-A6B553493638}"/>
              </a:ext>
            </a:extLst>
          </p:cNvPr>
          <p:cNvSpPr txBox="1">
            <a:spLocks noChangeArrowheads="1"/>
          </p:cNvSpPr>
          <p:nvPr/>
        </p:nvSpPr>
        <p:spPr bwMode="auto">
          <a:xfrm>
            <a:off x="1828800" y="381000"/>
            <a:ext cx="54879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11.15  </a:t>
            </a:r>
            <a:r>
              <a:rPr lang="en-US" altLang="en-US" sz="2000" i="1">
                <a:latin typeface="Times New Roman" panose="02020603050405020304" pitchFamily="18" charset="0"/>
              </a:rPr>
              <a:t>Window size for Go-Back-N ARQ</a:t>
            </a:r>
          </a:p>
        </p:txBody>
      </p:sp>
      <p:sp>
        <p:nvSpPr>
          <p:cNvPr id="880645" name="Line 5">
            <a:extLst>
              <a:ext uri="{FF2B5EF4-FFF2-40B4-BE49-F238E27FC236}">
                <a16:creationId xmlns:a16="http://schemas.microsoft.com/office/drawing/2014/main" id="{3C73A8F1-36C6-2302-48B5-9788492C99E5}"/>
              </a:ext>
            </a:extLst>
          </p:cNvPr>
          <p:cNvSpPr>
            <a:spLocks noChangeShapeType="1"/>
          </p:cNvSpPr>
          <p:nvPr/>
        </p:nvSpPr>
        <p:spPr bwMode="auto">
          <a:xfrm>
            <a:off x="1676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80646" name="Picture 6">
            <a:extLst>
              <a:ext uri="{FF2B5EF4-FFF2-40B4-BE49-F238E27FC236}">
                <a16:creationId xmlns:a16="http://schemas.microsoft.com/office/drawing/2014/main" id="{444BC7FB-C1B0-2023-54EB-E8BD48AD11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5538" y="1143000"/>
            <a:ext cx="7358062" cy="513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8FD2AC-7343-88D7-FF36-934EB90A82AB}"/>
              </a:ext>
            </a:extLst>
          </p:cNvPr>
          <p:cNvSpPr>
            <a:spLocks noGrp="1"/>
          </p:cNvSpPr>
          <p:nvPr>
            <p:ph type="sldNum" sz="quarter" idx="10"/>
          </p:nvPr>
        </p:nvSpPr>
        <p:spPr/>
        <p:txBody>
          <a:bodyPr/>
          <a:lstStyle/>
          <a:p>
            <a:r>
              <a:rPr lang="en-US" altLang="en-US"/>
              <a:t>11.</a:t>
            </a:r>
            <a:fld id="{BEEAF651-6E59-40B0-BE10-A2869CA48A29}" type="slidenum">
              <a:rPr lang="en-US" altLang="en-US"/>
              <a:pPr/>
              <a:t>107</a:t>
            </a:fld>
            <a:endParaRPr lang="en-US" altLang="en-US"/>
          </a:p>
        </p:txBody>
      </p:sp>
      <p:sp>
        <p:nvSpPr>
          <p:cNvPr id="952322" name="Line 2">
            <a:extLst>
              <a:ext uri="{FF2B5EF4-FFF2-40B4-BE49-F238E27FC236}">
                <a16:creationId xmlns:a16="http://schemas.microsoft.com/office/drawing/2014/main" id="{691B13D2-4903-E190-44F6-7FA8E00C5ACD}"/>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52323" name="Line 3">
            <a:extLst>
              <a:ext uri="{FF2B5EF4-FFF2-40B4-BE49-F238E27FC236}">
                <a16:creationId xmlns:a16="http://schemas.microsoft.com/office/drawing/2014/main" id="{3A302C47-54AD-0A10-EED8-7DBA90805343}"/>
              </a:ext>
            </a:extLst>
          </p:cNvPr>
          <p:cNvSpPr>
            <a:spLocks noChangeShapeType="1"/>
          </p:cNvSpPr>
          <p:nvPr/>
        </p:nvSpPr>
        <p:spPr bwMode="auto">
          <a:xfrm>
            <a:off x="1676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52324" name="Text Box 4">
            <a:extLst>
              <a:ext uri="{FF2B5EF4-FFF2-40B4-BE49-F238E27FC236}">
                <a16:creationId xmlns:a16="http://schemas.microsoft.com/office/drawing/2014/main" id="{08FD618E-16C8-04BE-3E3A-47D0B6EF012F}"/>
              </a:ext>
            </a:extLst>
          </p:cNvPr>
          <p:cNvSpPr txBox="1">
            <a:spLocks noChangeArrowheads="1"/>
          </p:cNvSpPr>
          <p:nvPr/>
        </p:nvSpPr>
        <p:spPr bwMode="auto">
          <a:xfrm>
            <a:off x="1828800" y="228600"/>
            <a:ext cx="530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11.16  </a:t>
            </a:r>
            <a:r>
              <a:rPr lang="en-US" altLang="en-US" sz="2000" i="1">
                <a:latin typeface="Times New Roman" panose="02020603050405020304" pitchFamily="18" charset="0"/>
              </a:rPr>
              <a:t>Flow diagram for Example 11.6</a:t>
            </a:r>
          </a:p>
        </p:txBody>
      </p:sp>
      <p:sp>
        <p:nvSpPr>
          <p:cNvPr id="952325" name="Line 5">
            <a:extLst>
              <a:ext uri="{FF2B5EF4-FFF2-40B4-BE49-F238E27FC236}">
                <a16:creationId xmlns:a16="http://schemas.microsoft.com/office/drawing/2014/main" id="{7A75F5E9-FD5A-06BA-83F3-04C7EEEEA227}"/>
              </a:ext>
            </a:extLst>
          </p:cNvPr>
          <p:cNvSpPr>
            <a:spLocks noChangeShapeType="1"/>
          </p:cNvSpPr>
          <p:nvPr/>
        </p:nvSpPr>
        <p:spPr bwMode="auto">
          <a:xfrm>
            <a:off x="1676400" y="63246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952326" name="Picture 6">
            <a:extLst>
              <a:ext uri="{FF2B5EF4-FFF2-40B4-BE49-F238E27FC236}">
                <a16:creationId xmlns:a16="http://schemas.microsoft.com/office/drawing/2014/main" id="{55A90DFF-E634-C71F-67C5-C096E0D81A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6788" y="990600"/>
            <a:ext cx="7212012" cy="5213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40AE20-E73D-E8CF-F3C4-89DE92E3B8FD}"/>
              </a:ext>
            </a:extLst>
          </p:cNvPr>
          <p:cNvSpPr>
            <a:spLocks noGrp="1"/>
          </p:cNvSpPr>
          <p:nvPr>
            <p:ph type="sldNum" sz="quarter" idx="10"/>
          </p:nvPr>
        </p:nvSpPr>
        <p:spPr/>
        <p:txBody>
          <a:bodyPr/>
          <a:lstStyle/>
          <a:p>
            <a:r>
              <a:rPr lang="en-US" altLang="en-US"/>
              <a:t>11.</a:t>
            </a:r>
            <a:fld id="{C2021AC9-C28E-4677-8D22-328C2E2FD734}" type="slidenum">
              <a:rPr lang="en-US" altLang="en-US"/>
              <a:pPr/>
              <a:t>108</a:t>
            </a:fld>
            <a:endParaRPr lang="en-US" altLang="en-US"/>
          </a:p>
        </p:txBody>
      </p:sp>
      <p:sp>
        <p:nvSpPr>
          <p:cNvPr id="882690" name="Line 2">
            <a:extLst>
              <a:ext uri="{FF2B5EF4-FFF2-40B4-BE49-F238E27FC236}">
                <a16:creationId xmlns:a16="http://schemas.microsoft.com/office/drawing/2014/main" id="{3258FDA1-42B2-D831-29EA-565673941315}"/>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2691" name="Line 3">
            <a:extLst>
              <a:ext uri="{FF2B5EF4-FFF2-40B4-BE49-F238E27FC236}">
                <a16:creationId xmlns:a16="http://schemas.microsoft.com/office/drawing/2014/main" id="{3F3CADA6-610C-E4FF-AB1A-6F81950224E0}"/>
              </a:ext>
            </a:extLst>
          </p:cNvPr>
          <p:cNvSpPr>
            <a:spLocks noChangeShapeType="1"/>
          </p:cNvSpPr>
          <p:nvPr/>
        </p:nvSpPr>
        <p:spPr bwMode="auto">
          <a:xfrm>
            <a:off x="1676400" y="6858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2692" name="Text Box 4">
            <a:extLst>
              <a:ext uri="{FF2B5EF4-FFF2-40B4-BE49-F238E27FC236}">
                <a16:creationId xmlns:a16="http://schemas.microsoft.com/office/drawing/2014/main" id="{106F2F8D-BDB2-17B5-C8CD-8EAE42AF5AD4}"/>
              </a:ext>
            </a:extLst>
          </p:cNvPr>
          <p:cNvSpPr txBox="1">
            <a:spLocks noChangeArrowheads="1"/>
          </p:cNvSpPr>
          <p:nvPr/>
        </p:nvSpPr>
        <p:spPr bwMode="auto">
          <a:xfrm>
            <a:off x="1828800" y="228600"/>
            <a:ext cx="530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11.17  </a:t>
            </a:r>
            <a:r>
              <a:rPr lang="en-US" altLang="en-US" sz="2000" i="1">
                <a:latin typeface="Times New Roman" panose="02020603050405020304" pitchFamily="18" charset="0"/>
              </a:rPr>
              <a:t>Flow diagram for Example 11.7</a:t>
            </a:r>
          </a:p>
        </p:txBody>
      </p:sp>
      <p:sp>
        <p:nvSpPr>
          <p:cNvPr id="882693" name="Line 5">
            <a:extLst>
              <a:ext uri="{FF2B5EF4-FFF2-40B4-BE49-F238E27FC236}">
                <a16:creationId xmlns:a16="http://schemas.microsoft.com/office/drawing/2014/main" id="{6570F8CA-A6DA-5DB1-0EA4-53B6D45F8A23}"/>
              </a:ext>
            </a:extLst>
          </p:cNvPr>
          <p:cNvSpPr>
            <a:spLocks noChangeShapeType="1"/>
          </p:cNvSpPr>
          <p:nvPr/>
        </p:nvSpPr>
        <p:spPr bwMode="auto">
          <a:xfrm>
            <a:off x="1676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82694" name="Picture 6">
            <a:extLst>
              <a:ext uri="{FF2B5EF4-FFF2-40B4-BE49-F238E27FC236}">
                <a16:creationId xmlns:a16="http://schemas.microsoft.com/office/drawing/2014/main" id="{8A179B7D-F8D5-F7A8-BC7C-535825F7F4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1" y="762000"/>
            <a:ext cx="5713413"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EAE62-CAAE-DCA0-AA31-E9737271627A}"/>
              </a:ext>
            </a:extLst>
          </p:cNvPr>
          <p:cNvSpPr>
            <a:spLocks noGrp="1"/>
          </p:cNvSpPr>
          <p:nvPr>
            <p:ph type="title"/>
          </p:nvPr>
        </p:nvSpPr>
        <p:spPr/>
        <p:txBody>
          <a:bodyPr/>
          <a:lstStyle/>
          <a:p>
            <a:r>
              <a:rPr lang="en-IN" dirty="0"/>
              <a:t>Selective Repeat Approach</a:t>
            </a:r>
          </a:p>
        </p:txBody>
      </p:sp>
      <p:sp>
        <p:nvSpPr>
          <p:cNvPr id="3" name="Content Placeholder 2">
            <a:extLst>
              <a:ext uri="{FF2B5EF4-FFF2-40B4-BE49-F238E27FC236}">
                <a16:creationId xmlns:a16="http://schemas.microsoft.com/office/drawing/2014/main" id="{0DFF866E-2F39-5945-A5C5-891954363943}"/>
              </a:ext>
            </a:extLst>
          </p:cNvPr>
          <p:cNvSpPr>
            <a:spLocks noGrp="1"/>
          </p:cNvSpPr>
          <p:nvPr>
            <p:ph idx="1"/>
          </p:nvPr>
        </p:nvSpPr>
        <p:spPr>
          <a:xfrm>
            <a:off x="946355" y="1471662"/>
            <a:ext cx="10515600" cy="5194609"/>
          </a:xfrm>
        </p:spPr>
        <p:txBody>
          <a:bodyPr>
            <a:normAutofit/>
          </a:bodyPr>
          <a:lstStyle/>
          <a:p>
            <a:pPr algn="just"/>
            <a:r>
              <a:rPr lang="en-US" dirty="0"/>
              <a:t>Unlike Go-Back-N, only the lost/damaged frame is retransmitted instead of the entire window.</a:t>
            </a:r>
          </a:p>
          <a:p>
            <a:pPr algn="just"/>
            <a:r>
              <a:rPr lang="en-US" dirty="0"/>
              <a:t>The receiver </a:t>
            </a:r>
            <a:r>
              <a:rPr lang="en-US" b="1" dirty="0"/>
              <a:t>accepts and buffers</a:t>
            </a:r>
            <a:r>
              <a:rPr lang="en-US" dirty="0"/>
              <a:t> frames received after a lost/damaged frame, ensuring efficient use of bandwidth.</a:t>
            </a:r>
          </a:p>
          <a:p>
            <a:pPr algn="just"/>
            <a:r>
              <a:rPr lang="en-US" dirty="0"/>
              <a:t>The receiver sends a </a:t>
            </a:r>
            <a:r>
              <a:rPr lang="en-US" b="1" dirty="0"/>
              <a:t>NAK</a:t>
            </a:r>
            <a:r>
              <a:rPr lang="en-US" dirty="0"/>
              <a:t> when an error is detected, prompting the sender to retransmit before the timeout expires.</a:t>
            </a:r>
          </a:p>
          <a:p>
            <a:pPr algn="just"/>
            <a:r>
              <a:rPr lang="en-US" dirty="0"/>
              <a:t>Selective Repeat </a:t>
            </a:r>
            <a:r>
              <a:rPr lang="en-US" b="1" dirty="0"/>
              <a:t>uses more buffer space</a:t>
            </a:r>
            <a:r>
              <a:rPr lang="en-US" dirty="0"/>
              <a:t> but improves bandwidth utilization by avoiding unnecessary retransmissions.</a:t>
            </a:r>
          </a:p>
          <a:p>
            <a:pPr algn="just"/>
            <a:r>
              <a:rPr lang="en-US" dirty="0"/>
              <a:t>The sender must limit outstanding frames to </a:t>
            </a:r>
            <a:r>
              <a:rPr lang="en-US" b="1" dirty="0"/>
              <a:t>MAX SEQ</a:t>
            </a:r>
            <a:r>
              <a:rPr lang="en-US" dirty="0"/>
              <a:t>, ensuring the receiver can distinguish between new and previously transmitted frames.</a:t>
            </a:r>
          </a:p>
        </p:txBody>
      </p:sp>
    </p:spTree>
    <p:extLst>
      <p:ext uri="{BB962C8B-B14F-4D97-AF65-F5344CB8AC3E}">
        <p14:creationId xmlns:p14="http://schemas.microsoft.com/office/powerpoint/2010/main" val="107203999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3DA6F-02B0-2F8C-9A3B-C6EA475E3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DF4705-0E13-5C24-0727-D823AE3768D9}"/>
              </a:ext>
            </a:extLst>
          </p:cNvPr>
          <p:cNvSpPr>
            <a:spLocks noGrp="1"/>
          </p:cNvSpPr>
          <p:nvPr>
            <p:ph type="title"/>
          </p:nvPr>
        </p:nvSpPr>
        <p:spPr/>
        <p:txBody>
          <a:bodyPr/>
          <a:lstStyle/>
          <a:p>
            <a:r>
              <a:rPr lang="en-IN" dirty="0"/>
              <a:t>Selective Repeat Approach</a:t>
            </a:r>
          </a:p>
        </p:txBody>
      </p:sp>
      <p:sp>
        <p:nvSpPr>
          <p:cNvPr id="3" name="Content Placeholder 2">
            <a:extLst>
              <a:ext uri="{FF2B5EF4-FFF2-40B4-BE49-F238E27FC236}">
                <a16:creationId xmlns:a16="http://schemas.microsoft.com/office/drawing/2014/main" id="{0206F615-B4B9-4860-56DA-16A63A34A6E4}"/>
              </a:ext>
            </a:extLst>
          </p:cNvPr>
          <p:cNvSpPr>
            <a:spLocks noGrp="1"/>
          </p:cNvSpPr>
          <p:nvPr>
            <p:ph idx="1"/>
          </p:nvPr>
        </p:nvSpPr>
        <p:spPr>
          <a:xfrm>
            <a:off x="838200" y="1569986"/>
            <a:ext cx="10515600" cy="4260544"/>
          </a:xfrm>
        </p:spPr>
        <p:txBody>
          <a:bodyPr>
            <a:normAutofit/>
          </a:bodyPr>
          <a:lstStyle/>
          <a:p>
            <a:pPr algn="just"/>
            <a:r>
              <a:rPr lang="en-US" b="1" dirty="0"/>
              <a:t>Cumulative Acknowledgement</a:t>
            </a:r>
            <a:r>
              <a:rPr lang="en-US" dirty="0"/>
              <a:t> – Acknowledging frame </a:t>
            </a:r>
            <a:r>
              <a:rPr lang="en-US" b="1" dirty="0"/>
              <a:t>n</a:t>
            </a:r>
            <a:r>
              <a:rPr lang="en-US" dirty="0"/>
              <a:t> implies all previous frames (n-1, n-2, etc.) are also acknowledged, preventing redundant buffering at the sender’s end.</a:t>
            </a:r>
          </a:p>
          <a:p>
            <a:pPr algn="just"/>
            <a:r>
              <a:rPr lang="en-US" b="1" dirty="0"/>
              <a:t>Handling One-Way Traffic </a:t>
            </a:r>
            <a:r>
              <a:rPr lang="en-US" dirty="0"/>
              <a:t>– Unlike Go-Back-N, Selective Repeat optimizes acknowledgment piggybacking and avoids unnecessary retransmissions.</a:t>
            </a:r>
          </a:p>
          <a:p>
            <a:pPr algn="just"/>
            <a:r>
              <a:rPr lang="en-US" b="1" dirty="0"/>
              <a:t>Use of Multiple Timers </a:t>
            </a:r>
            <a:r>
              <a:rPr lang="en-US" dirty="0"/>
              <a:t>– Each outstanding frame has a separate timer, managed efficiently using a single hardware clock and a linked list of pending timeouts.</a:t>
            </a:r>
            <a:endParaRPr lang="en-IN" dirty="0"/>
          </a:p>
        </p:txBody>
      </p:sp>
    </p:spTree>
    <p:extLst>
      <p:ext uri="{BB962C8B-B14F-4D97-AF65-F5344CB8AC3E}">
        <p14:creationId xmlns:p14="http://schemas.microsoft.com/office/powerpoint/2010/main" val="232688888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12D1C-7A76-2A2A-CD3B-86CAE3A96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B3F4A2-8FE8-A02B-62B8-97429DDAF656}"/>
              </a:ext>
            </a:extLst>
          </p:cNvPr>
          <p:cNvSpPr>
            <a:spLocks noGrp="1"/>
          </p:cNvSpPr>
          <p:nvPr>
            <p:ph type="title"/>
          </p:nvPr>
        </p:nvSpPr>
        <p:spPr/>
        <p:txBody>
          <a:bodyPr/>
          <a:lstStyle/>
          <a:p>
            <a:r>
              <a:rPr lang="en-IN" dirty="0"/>
              <a:t>Selective Repeat ARQ Protocol</a:t>
            </a:r>
          </a:p>
        </p:txBody>
      </p:sp>
      <p:sp>
        <p:nvSpPr>
          <p:cNvPr id="3" name="Content Placeholder 2">
            <a:extLst>
              <a:ext uri="{FF2B5EF4-FFF2-40B4-BE49-F238E27FC236}">
                <a16:creationId xmlns:a16="http://schemas.microsoft.com/office/drawing/2014/main" id="{92BF9A05-7399-0E17-5F00-EB3913C85EE4}"/>
              </a:ext>
            </a:extLst>
          </p:cNvPr>
          <p:cNvSpPr>
            <a:spLocks noGrp="1"/>
          </p:cNvSpPr>
          <p:nvPr>
            <p:ph idx="1"/>
          </p:nvPr>
        </p:nvSpPr>
        <p:spPr>
          <a:xfrm>
            <a:off x="838200" y="1569986"/>
            <a:ext cx="10515600" cy="4260544"/>
          </a:xfrm>
        </p:spPr>
        <p:txBody>
          <a:bodyPr>
            <a:normAutofit/>
          </a:bodyPr>
          <a:lstStyle/>
          <a:p>
            <a:pPr algn="just"/>
            <a:r>
              <a:rPr lang="en-US" dirty="0"/>
              <a:t>Sender Window: The sender can transmit multiple frames (up to a certain limit) before needing an acknowledgment.</a:t>
            </a:r>
          </a:p>
          <a:p>
            <a:pPr algn="just"/>
            <a:r>
              <a:rPr lang="en-US" dirty="0"/>
              <a:t>Receiver Window: The receiver can accept frames out of order and buffer them until the missing frames arrive.</a:t>
            </a:r>
          </a:p>
          <a:p>
            <a:pPr algn="just"/>
            <a:r>
              <a:rPr lang="en-US" dirty="0"/>
              <a:t>When a frame is lost or corrupted, the receiver only requests a retransmission of that specific frame (using a Negative Acknowledgment (NAK)).</a:t>
            </a:r>
          </a:p>
          <a:p>
            <a:pPr algn="just"/>
            <a:r>
              <a:rPr lang="en-US" dirty="0"/>
              <a:t>The receiver buffers correctly received frames so they can be delivered in order to the upper layers</a:t>
            </a:r>
            <a:endParaRPr lang="en-IN" dirty="0"/>
          </a:p>
        </p:txBody>
      </p:sp>
    </p:spTree>
    <p:extLst>
      <p:ext uri="{BB962C8B-B14F-4D97-AF65-F5344CB8AC3E}">
        <p14:creationId xmlns:p14="http://schemas.microsoft.com/office/powerpoint/2010/main" val="186956149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82D80-0304-AFBE-194F-6B3A57F8FB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9FA58-877B-B5FE-E2A0-90C7BC7514A6}"/>
              </a:ext>
            </a:extLst>
          </p:cNvPr>
          <p:cNvSpPr>
            <a:spLocks noGrp="1"/>
          </p:cNvSpPr>
          <p:nvPr>
            <p:ph type="title"/>
          </p:nvPr>
        </p:nvSpPr>
        <p:spPr/>
        <p:txBody>
          <a:bodyPr/>
          <a:lstStyle/>
          <a:p>
            <a:r>
              <a:rPr lang="en-IN" dirty="0"/>
              <a:t>Selective Repeat ARQ Protocol</a:t>
            </a:r>
          </a:p>
        </p:txBody>
      </p:sp>
      <p:sp>
        <p:nvSpPr>
          <p:cNvPr id="3" name="Content Placeholder 2">
            <a:extLst>
              <a:ext uri="{FF2B5EF4-FFF2-40B4-BE49-F238E27FC236}">
                <a16:creationId xmlns:a16="http://schemas.microsoft.com/office/drawing/2014/main" id="{D350CA81-AD06-D867-F302-C3E2AB3A8ADA}"/>
              </a:ext>
            </a:extLst>
          </p:cNvPr>
          <p:cNvSpPr>
            <a:spLocks noGrp="1"/>
          </p:cNvSpPr>
          <p:nvPr>
            <p:ph idx="1"/>
          </p:nvPr>
        </p:nvSpPr>
        <p:spPr>
          <a:xfrm>
            <a:off x="838200" y="1442166"/>
            <a:ext cx="10515600" cy="4922890"/>
          </a:xfrm>
        </p:spPr>
        <p:txBody>
          <a:bodyPr>
            <a:normAutofit lnSpcReduction="10000"/>
          </a:bodyPr>
          <a:lstStyle/>
          <a:p>
            <a:pPr algn="just"/>
            <a:r>
              <a:rPr lang="en-US" dirty="0"/>
              <a:t>Each frame has a sequence number.</a:t>
            </a:r>
          </a:p>
          <a:p>
            <a:pPr lvl="1" algn="just"/>
            <a:r>
              <a:rPr lang="en-US" dirty="0"/>
              <a:t>If the sequence number range is too small, new frames might be mistaken for old retransmissions, leading to errors.</a:t>
            </a:r>
          </a:p>
          <a:p>
            <a:pPr lvl="1" algn="just"/>
            <a:r>
              <a:rPr lang="en-US" dirty="0"/>
              <a:t>To prevent this, the window size is limited to (MAX SEQ + 1)/2 to ensure proper differentiation between new and old frames.</a:t>
            </a:r>
          </a:p>
          <a:p>
            <a:pPr algn="just"/>
            <a:r>
              <a:rPr lang="en-US" dirty="0"/>
              <a:t>Imagine we have a </a:t>
            </a:r>
            <a:r>
              <a:rPr lang="en-US" b="1" dirty="0"/>
              <a:t>3-bit sequence number</a:t>
            </a:r>
            <a:r>
              <a:rPr lang="en-US" dirty="0"/>
              <a:t> (0-7) and a sender window size of </a:t>
            </a:r>
            <a:r>
              <a:rPr lang="en-US" b="1" dirty="0"/>
              <a:t>7</a:t>
            </a:r>
            <a:r>
              <a:rPr lang="en-US" dirty="0"/>
              <a:t>. If all acknowledgments are lost, the sender </a:t>
            </a:r>
            <a:r>
              <a:rPr lang="en-US" b="1" dirty="0"/>
              <a:t>retransmits frame 0</a:t>
            </a:r>
            <a:r>
              <a:rPr lang="en-US" dirty="0"/>
              <a:t>, which now falls into the receiver’s new window range. The receiver cannot tell if it's an old or new frame, causing incorrect packet delivery.</a:t>
            </a:r>
          </a:p>
          <a:p>
            <a:pPr lvl="1" algn="just"/>
            <a:r>
              <a:rPr lang="en-US" b="1" dirty="0"/>
              <a:t>Solution:</a:t>
            </a:r>
            <a:r>
              <a:rPr lang="en-US" dirty="0"/>
              <a:t> Restrict the sender window size to </a:t>
            </a:r>
            <a:r>
              <a:rPr lang="en-US" b="1" dirty="0"/>
              <a:t>half</a:t>
            </a:r>
            <a:r>
              <a:rPr lang="en-US" dirty="0"/>
              <a:t> of the total sequence number range (i.e., 4 in this case). This ensures that after the window moves forward, the new sequence numbers </a:t>
            </a:r>
            <a:r>
              <a:rPr lang="en-US" b="1" dirty="0"/>
              <a:t>never overlap with the old ones.</a:t>
            </a:r>
            <a:endParaRPr lang="en-US" dirty="0"/>
          </a:p>
        </p:txBody>
      </p:sp>
    </p:spTree>
    <p:extLst>
      <p:ext uri="{BB962C8B-B14F-4D97-AF65-F5344CB8AC3E}">
        <p14:creationId xmlns:p14="http://schemas.microsoft.com/office/powerpoint/2010/main" val="6834750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92079-062A-1AC6-6B99-C8D9CA375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392865-BF13-32F0-2773-A42AE8B5BB4E}"/>
              </a:ext>
            </a:extLst>
          </p:cNvPr>
          <p:cNvSpPr>
            <a:spLocks noGrp="1"/>
          </p:cNvSpPr>
          <p:nvPr>
            <p:ph type="title"/>
          </p:nvPr>
        </p:nvSpPr>
        <p:spPr/>
        <p:txBody>
          <a:bodyPr/>
          <a:lstStyle/>
          <a:p>
            <a:r>
              <a:rPr lang="en-IN" dirty="0"/>
              <a:t>Selective Repeat ARQ Protocol</a:t>
            </a:r>
          </a:p>
        </p:txBody>
      </p:sp>
      <p:sp>
        <p:nvSpPr>
          <p:cNvPr id="3" name="Content Placeholder 2">
            <a:extLst>
              <a:ext uri="{FF2B5EF4-FFF2-40B4-BE49-F238E27FC236}">
                <a16:creationId xmlns:a16="http://schemas.microsoft.com/office/drawing/2014/main" id="{0DB91BB5-F48A-7A4F-50D4-10528706184A}"/>
              </a:ext>
            </a:extLst>
          </p:cNvPr>
          <p:cNvSpPr>
            <a:spLocks noGrp="1"/>
          </p:cNvSpPr>
          <p:nvPr>
            <p:ph idx="1"/>
          </p:nvPr>
        </p:nvSpPr>
        <p:spPr>
          <a:xfrm>
            <a:off x="838200" y="1442166"/>
            <a:ext cx="10515600" cy="4922890"/>
          </a:xfrm>
        </p:spPr>
        <p:txBody>
          <a:bodyPr>
            <a:normAutofit/>
          </a:bodyPr>
          <a:lstStyle/>
          <a:p>
            <a:pPr algn="just"/>
            <a:r>
              <a:rPr lang="en-US" dirty="0"/>
              <a:t>Data Frame Timeout: If an acknowledgment (ACK) is not received in time, the sender retransmits that frame.</a:t>
            </a:r>
          </a:p>
          <a:p>
            <a:pPr algn="just"/>
            <a:r>
              <a:rPr lang="en-US" dirty="0"/>
              <a:t>Auxiliary Timer (for ACKs): If no data frames are sent for a long time, an ACK is sent separately to confirm receipt of frames.</a:t>
            </a:r>
          </a:p>
          <a:p>
            <a:pPr algn="just"/>
            <a:r>
              <a:rPr lang="en-US" dirty="0"/>
              <a:t>NAKs for Error Handling: If an error is detected, the receiver sends a NAK to request a retransmission of the damaged frame.</a:t>
            </a:r>
          </a:p>
        </p:txBody>
      </p:sp>
    </p:spTree>
    <p:extLst>
      <p:ext uri="{BB962C8B-B14F-4D97-AF65-F5344CB8AC3E}">
        <p14:creationId xmlns:p14="http://schemas.microsoft.com/office/powerpoint/2010/main" val="161177194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DBB149-8CFA-4F4F-ADE1-49E63B647DE3}"/>
              </a:ext>
            </a:extLst>
          </p:cNvPr>
          <p:cNvSpPr>
            <a:spLocks noGrp="1"/>
          </p:cNvSpPr>
          <p:nvPr>
            <p:ph type="sldNum" sz="quarter" idx="10"/>
          </p:nvPr>
        </p:nvSpPr>
        <p:spPr/>
        <p:txBody>
          <a:bodyPr/>
          <a:lstStyle/>
          <a:p>
            <a:r>
              <a:rPr lang="en-US" altLang="en-US"/>
              <a:t>11.</a:t>
            </a:r>
            <a:fld id="{29218DDC-7FFA-4287-B4B3-11DABD4D3E59}" type="slidenum">
              <a:rPr lang="en-US" altLang="en-US"/>
              <a:pPr/>
              <a:t>114</a:t>
            </a:fld>
            <a:endParaRPr lang="en-US" altLang="en-US"/>
          </a:p>
        </p:txBody>
      </p:sp>
      <p:sp>
        <p:nvSpPr>
          <p:cNvPr id="883714" name="Line 2">
            <a:extLst>
              <a:ext uri="{FF2B5EF4-FFF2-40B4-BE49-F238E27FC236}">
                <a16:creationId xmlns:a16="http://schemas.microsoft.com/office/drawing/2014/main" id="{C338C3E6-A966-8A15-2CB9-47116DBB9765}"/>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3715" name="Line 3">
            <a:extLst>
              <a:ext uri="{FF2B5EF4-FFF2-40B4-BE49-F238E27FC236}">
                <a16:creationId xmlns:a16="http://schemas.microsoft.com/office/drawing/2014/main" id="{9AAD0A32-273F-ADD9-A87A-37D690AEABD2}"/>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3716" name="Text Box 4">
            <a:extLst>
              <a:ext uri="{FF2B5EF4-FFF2-40B4-BE49-F238E27FC236}">
                <a16:creationId xmlns:a16="http://schemas.microsoft.com/office/drawing/2014/main" id="{2BA7121B-49EB-572A-5026-F204EB6FBBC8}"/>
              </a:ext>
            </a:extLst>
          </p:cNvPr>
          <p:cNvSpPr txBox="1">
            <a:spLocks noChangeArrowheads="1"/>
          </p:cNvSpPr>
          <p:nvPr/>
        </p:nvSpPr>
        <p:spPr bwMode="auto">
          <a:xfrm>
            <a:off x="1828800" y="381000"/>
            <a:ext cx="6072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11.18  </a:t>
            </a:r>
            <a:r>
              <a:rPr lang="en-US" altLang="en-US" sz="2000" i="1">
                <a:latin typeface="Times New Roman" panose="02020603050405020304" pitchFamily="18" charset="0"/>
              </a:rPr>
              <a:t>Send window for Selective Repeat ARQ</a:t>
            </a:r>
          </a:p>
        </p:txBody>
      </p:sp>
      <p:sp>
        <p:nvSpPr>
          <p:cNvPr id="883717" name="Line 5">
            <a:extLst>
              <a:ext uri="{FF2B5EF4-FFF2-40B4-BE49-F238E27FC236}">
                <a16:creationId xmlns:a16="http://schemas.microsoft.com/office/drawing/2014/main" id="{55402DE4-487F-EB08-07A4-C7276328EE83}"/>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83718" name="Picture 6">
            <a:extLst>
              <a:ext uri="{FF2B5EF4-FFF2-40B4-BE49-F238E27FC236}">
                <a16:creationId xmlns:a16="http://schemas.microsoft.com/office/drawing/2014/main" id="{ACFB64E1-0ED1-91D1-2034-B79E5965EE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9914" y="2489200"/>
            <a:ext cx="8447087" cy="223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1A74CE-673F-14F1-0038-25374EF8D6BB}"/>
              </a:ext>
            </a:extLst>
          </p:cNvPr>
          <p:cNvSpPr>
            <a:spLocks noGrp="1"/>
          </p:cNvSpPr>
          <p:nvPr>
            <p:ph type="sldNum" sz="quarter" idx="10"/>
          </p:nvPr>
        </p:nvSpPr>
        <p:spPr/>
        <p:txBody>
          <a:bodyPr/>
          <a:lstStyle/>
          <a:p>
            <a:r>
              <a:rPr lang="en-US" altLang="en-US"/>
              <a:t>11.</a:t>
            </a:r>
            <a:fld id="{81997922-B1FF-47C9-A371-94C0A16BE9A2}" type="slidenum">
              <a:rPr lang="en-US" altLang="en-US"/>
              <a:pPr/>
              <a:t>115</a:t>
            </a:fld>
            <a:endParaRPr lang="en-US" altLang="en-US"/>
          </a:p>
        </p:txBody>
      </p:sp>
      <p:sp>
        <p:nvSpPr>
          <p:cNvPr id="884738" name="Line 2">
            <a:extLst>
              <a:ext uri="{FF2B5EF4-FFF2-40B4-BE49-F238E27FC236}">
                <a16:creationId xmlns:a16="http://schemas.microsoft.com/office/drawing/2014/main" id="{3D3478BB-D00D-52B6-F0B6-6472D817C3E6}"/>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4739" name="Line 3">
            <a:extLst>
              <a:ext uri="{FF2B5EF4-FFF2-40B4-BE49-F238E27FC236}">
                <a16:creationId xmlns:a16="http://schemas.microsoft.com/office/drawing/2014/main" id="{9D699764-0BEE-57AE-3117-864D1E4D033A}"/>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4740" name="Text Box 4">
            <a:extLst>
              <a:ext uri="{FF2B5EF4-FFF2-40B4-BE49-F238E27FC236}">
                <a16:creationId xmlns:a16="http://schemas.microsoft.com/office/drawing/2014/main" id="{9D0ABF1A-9AA2-F2E0-48F5-33AEBF61E2D9}"/>
              </a:ext>
            </a:extLst>
          </p:cNvPr>
          <p:cNvSpPr txBox="1">
            <a:spLocks noChangeArrowheads="1"/>
          </p:cNvSpPr>
          <p:nvPr/>
        </p:nvSpPr>
        <p:spPr bwMode="auto">
          <a:xfrm>
            <a:off x="1828801" y="381000"/>
            <a:ext cx="63531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11.19  </a:t>
            </a:r>
            <a:r>
              <a:rPr lang="en-US" altLang="en-US" sz="2000" i="1">
                <a:latin typeface="Times New Roman" panose="02020603050405020304" pitchFamily="18" charset="0"/>
              </a:rPr>
              <a:t>Receive window for Selective Repeat ARQ</a:t>
            </a:r>
          </a:p>
        </p:txBody>
      </p:sp>
      <p:sp>
        <p:nvSpPr>
          <p:cNvPr id="884741" name="Line 5">
            <a:extLst>
              <a:ext uri="{FF2B5EF4-FFF2-40B4-BE49-F238E27FC236}">
                <a16:creationId xmlns:a16="http://schemas.microsoft.com/office/drawing/2014/main" id="{5869E6E9-9340-6DEB-79A5-E30638F6E514}"/>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84742" name="Picture 6">
            <a:extLst>
              <a:ext uri="{FF2B5EF4-FFF2-40B4-BE49-F238E27FC236}">
                <a16:creationId xmlns:a16="http://schemas.microsoft.com/office/drawing/2014/main" id="{5BBEFC4E-8621-5B86-F0ED-B3E56F1D0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2300288"/>
            <a:ext cx="7486650" cy="211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8F7DA0-F0C1-2C23-B140-0786F25AB218}"/>
              </a:ext>
            </a:extLst>
          </p:cNvPr>
          <p:cNvSpPr>
            <a:spLocks noGrp="1"/>
          </p:cNvSpPr>
          <p:nvPr>
            <p:ph type="sldNum" sz="quarter" idx="10"/>
          </p:nvPr>
        </p:nvSpPr>
        <p:spPr/>
        <p:txBody>
          <a:bodyPr/>
          <a:lstStyle/>
          <a:p>
            <a:r>
              <a:rPr lang="en-US" altLang="en-US"/>
              <a:t>11.</a:t>
            </a:r>
            <a:fld id="{1BE0FB47-8943-4502-A3E9-AD559A758CB0}" type="slidenum">
              <a:rPr lang="en-US" altLang="en-US"/>
              <a:pPr/>
              <a:t>116</a:t>
            </a:fld>
            <a:endParaRPr lang="en-US" altLang="en-US"/>
          </a:p>
        </p:txBody>
      </p:sp>
      <p:sp>
        <p:nvSpPr>
          <p:cNvPr id="885762" name="Line 2">
            <a:extLst>
              <a:ext uri="{FF2B5EF4-FFF2-40B4-BE49-F238E27FC236}">
                <a16:creationId xmlns:a16="http://schemas.microsoft.com/office/drawing/2014/main" id="{C17C0453-7ED0-6C02-0226-A76A4A104E65}"/>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5763" name="Line 3">
            <a:extLst>
              <a:ext uri="{FF2B5EF4-FFF2-40B4-BE49-F238E27FC236}">
                <a16:creationId xmlns:a16="http://schemas.microsoft.com/office/drawing/2014/main" id="{698AFFF5-ED9D-DD33-A2E5-7E1EFC783CB1}"/>
              </a:ext>
            </a:extLst>
          </p:cNvPr>
          <p:cNvSpPr>
            <a:spLocks noChangeShapeType="1"/>
          </p:cNvSpPr>
          <p:nvPr/>
        </p:nvSpPr>
        <p:spPr bwMode="auto">
          <a:xfrm>
            <a:off x="1676400" y="8382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5764" name="Text Box 4">
            <a:extLst>
              <a:ext uri="{FF2B5EF4-FFF2-40B4-BE49-F238E27FC236}">
                <a16:creationId xmlns:a16="http://schemas.microsoft.com/office/drawing/2014/main" id="{1E478953-8F57-B312-EB14-3B1353270B44}"/>
              </a:ext>
            </a:extLst>
          </p:cNvPr>
          <p:cNvSpPr txBox="1">
            <a:spLocks noChangeArrowheads="1"/>
          </p:cNvSpPr>
          <p:nvPr/>
        </p:nvSpPr>
        <p:spPr bwMode="auto">
          <a:xfrm>
            <a:off x="1828800" y="228600"/>
            <a:ext cx="53165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11.20  </a:t>
            </a:r>
            <a:r>
              <a:rPr lang="en-US" altLang="en-US" sz="2000" i="1">
                <a:latin typeface="Times New Roman" panose="02020603050405020304" pitchFamily="18" charset="0"/>
              </a:rPr>
              <a:t>Design of Selective Repeat ARQ</a:t>
            </a:r>
          </a:p>
        </p:txBody>
      </p:sp>
      <p:sp>
        <p:nvSpPr>
          <p:cNvPr id="885765" name="Line 5">
            <a:extLst>
              <a:ext uri="{FF2B5EF4-FFF2-40B4-BE49-F238E27FC236}">
                <a16:creationId xmlns:a16="http://schemas.microsoft.com/office/drawing/2014/main" id="{76463D18-73C7-56A9-B239-0D6461FB133C}"/>
              </a:ext>
            </a:extLst>
          </p:cNvPr>
          <p:cNvSpPr>
            <a:spLocks noChangeShapeType="1"/>
          </p:cNvSpPr>
          <p:nvPr/>
        </p:nvSpPr>
        <p:spPr bwMode="auto">
          <a:xfrm>
            <a:off x="1676400" y="64008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85766" name="Picture 6">
            <a:extLst>
              <a:ext uri="{FF2B5EF4-FFF2-40B4-BE49-F238E27FC236}">
                <a16:creationId xmlns:a16="http://schemas.microsoft.com/office/drawing/2014/main" id="{8BB39EE3-0F70-10BE-4ECE-8F5771F0FD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98800" y="1022350"/>
            <a:ext cx="6197600" cy="522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DC5C57-C399-D384-FFD9-4DF1FF4F7FED}"/>
              </a:ext>
            </a:extLst>
          </p:cNvPr>
          <p:cNvSpPr>
            <a:spLocks noGrp="1"/>
          </p:cNvSpPr>
          <p:nvPr>
            <p:ph type="sldNum" sz="quarter" idx="10"/>
          </p:nvPr>
        </p:nvSpPr>
        <p:spPr/>
        <p:txBody>
          <a:bodyPr/>
          <a:lstStyle/>
          <a:p>
            <a:r>
              <a:rPr lang="en-US" altLang="en-US"/>
              <a:t>11.</a:t>
            </a:r>
            <a:fld id="{2AE9D8E7-E256-41D9-BDE3-2D38A7C28FEB}" type="slidenum">
              <a:rPr lang="en-US" altLang="en-US"/>
              <a:pPr/>
              <a:t>117</a:t>
            </a:fld>
            <a:endParaRPr lang="en-US" altLang="en-US"/>
          </a:p>
        </p:txBody>
      </p:sp>
      <p:sp>
        <p:nvSpPr>
          <p:cNvPr id="886786" name="Line 2">
            <a:extLst>
              <a:ext uri="{FF2B5EF4-FFF2-40B4-BE49-F238E27FC236}">
                <a16:creationId xmlns:a16="http://schemas.microsoft.com/office/drawing/2014/main" id="{76BF1DD4-9968-B73E-49DA-11EF9721948C}"/>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6787" name="Line 3">
            <a:extLst>
              <a:ext uri="{FF2B5EF4-FFF2-40B4-BE49-F238E27FC236}">
                <a16:creationId xmlns:a16="http://schemas.microsoft.com/office/drawing/2014/main" id="{32979A07-5A89-CB23-0B04-58E3395E0B0E}"/>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6788" name="Text Box 4">
            <a:extLst>
              <a:ext uri="{FF2B5EF4-FFF2-40B4-BE49-F238E27FC236}">
                <a16:creationId xmlns:a16="http://schemas.microsoft.com/office/drawing/2014/main" id="{E4FE8DA4-95EF-E22F-A9B5-8147340311D6}"/>
              </a:ext>
            </a:extLst>
          </p:cNvPr>
          <p:cNvSpPr txBox="1">
            <a:spLocks noChangeArrowheads="1"/>
          </p:cNvSpPr>
          <p:nvPr/>
        </p:nvSpPr>
        <p:spPr bwMode="auto">
          <a:xfrm>
            <a:off x="1828800" y="381000"/>
            <a:ext cx="561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11.21  </a:t>
            </a:r>
            <a:r>
              <a:rPr lang="en-US" altLang="en-US" sz="2000" i="1">
                <a:latin typeface="Times New Roman" panose="02020603050405020304" pitchFamily="18" charset="0"/>
              </a:rPr>
              <a:t>Selective Repeat ARQ, window size</a:t>
            </a:r>
          </a:p>
        </p:txBody>
      </p:sp>
      <p:sp>
        <p:nvSpPr>
          <p:cNvPr id="886789" name="Line 5">
            <a:extLst>
              <a:ext uri="{FF2B5EF4-FFF2-40B4-BE49-F238E27FC236}">
                <a16:creationId xmlns:a16="http://schemas.microsoft.com/office/drawing/2014/main" id="{2C43232A-7C0F-E6AB-4B62-2E44000D9DBF}"/>
              </a:ext>
            </a:extLst>
          </p:cNvPr>
          <p:cNvSpPr>
            <a:spLocks noChangeShapeType="1"/>
          </p:cNvSpPr>
          <p:nvPr/>
        </p:nvSpPr>
        <p:spPr bwMode="auto">
          <a:xfrm>
            <a:off x="1676400" y="6248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pic>
        <p:nvPicPr>
          <p:cNvPr id="886790" name="Picture 6">
            <a:extLst>
              <a:ext uri="{FF2B5EF4-FFF2-40B4-BE49-F238E27FC236}">
                <a16:creationId xmlns:a16="http://schemas.microsoft.com/office/drawing/2014/main" id="{5601F45F-9FD7-7077-C7E5-5ABD04D72D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9426" y="1384300"/>
            <a:ext cx="8537575" cy="463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1958576-4C3A-A615-A5BF-6081B8EF57CF}"/>
              </a:ext>
            </a:extLst>
          </p:cNvPr>
          <p:cNvSpPr>
            <a:spLocks noGrp="1"/>
          </p:cNvSpPr>
          <p:nvPr>
            <p:ph type="sldNum" sz="quarter" idx="10"/>
          </p:nvPr>
        </p:nvSpPr>
        <p:spPr/>
        <p:txBody>
          <a:bodyPr/>
          <a:lstStyle/>
          <a:p>
            <a:r>
              <a:rPr lang="en-US" altLang="en-US"/>
              <a:t>11.</a:t>
            </a:r>
            <a:fld id="{760D6FC6-5444-43A2-8E99-533AD04EC471}" type="slidenum">
              <a:rPr lang="en-US" altLang="en-US"/>
              <a:pPr/>
              <a:t>118</a:t>
            </a:fld>
            <a:endParaRPr lang="en-US" altLang="en-US"/>
          </a:p>
        </p:txBody>
      </p:sp>
      <p:sp>
        <p:nvSpPr>
          <p:cNvPr id="924674" name="Rectangle 2">
            <a:extLst>
              <a:ext uri="{FF2B5EF4-FFF2-40B4-BE49-F238E27FC236}">
                <a16:creationId xmlns:a16="http://schemas.microsoft.com/office/drawing/2014/main" id="{5ED3D8D5-7682-1DDB-D436-8E52F68A13B2}"/>
              </a:ext>
            </a:extLst>
          </p:cNvPr>
          <p:cNvSpPr>
            <a:spLocks noChangeArrowheads="1"/>
          </p:cNvSpPr>
          <p:nvPr/>
        </p:nvSpPr>
        <p:spPr bwMode="ltGray">
          <a:xfrm>
            <a:off x="1890713" y="107951"/>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24675" name="Rectangle 3">
            <a:extLst>
              <a:ext uri="{FF2B5EF4-FFF2-40B4-BE49-F238E27FC236}">
                <a16:creationId xmlns:a16="http://schemas.microsoft.com/office/drawing/2014/main" id="{5ECE2202-233C-8369-8212-DE2516EF1BD5}"/>
              </a:ext>
            </a:extLst>
          </p:cNvPr>
          <p:cNvSpPr>
            <a:spLocks noChangeArrowheads="1"/>
          </p:cNvSpPr>
          <p:nvPr/>
        </p:nvSpPr>
        <p:spPr bwMode="ltGray">
          <a:xfrm>
            <a:off x="2273301" y="107951"/>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24676" name="Rectangle 4">
            <a:extLst>
              <a:ext uri="{FF2B5EF4-FFF2-40B4-BE49-F238E27FC236}">
                <a16:creationId xmlns:a16="http://schemas.microsoft.com/office/drawing/2014/main" id="{EF991906-C366-3B16-1B64-16A0BD9B7771}"/>
              </a:ext>
            </a:extLst>
          </p:cNvPr>
          <p:cNvSpPr>
            <a:spLocks noChangeArrowheads="1"/>
          </p:cNvSpPr>
          <p:nvPr/>
        </p:nvSpPr>
        <p:spPr bwMode="ltGray">
          <a:xfrm>
            <a:off x="2014539" y="530226"/>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24677" name="Rectangle 5">
            <a:extLst>
              <a:ext uri="{FF2B5EF4-FFF2-40B4-BE49-F238E27FC236}">
                <a16:creationId xmlns:a16="http://schemas.microsoft.com/office/drawing/2014/main" id="{20288D7A-1D85-F902-EBDB-A37D5C271443}"/>
              </a:ext>
            </a:extLst>
          </p:cNvPr>
          <p:cNvSpPr>
            <a:spLocks noChangeArrowheads="1"/>
          </p:cNvSpPr>
          <p:nvPr/>
        </p:nvSpPr>
        <p:spPr bwMode="ltGray">
          <a:xfrm>
            <a:off x="2384425" y="530226"/>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24678" name="Rectangle 6">
            <a:extLst>
              <a:ext uri="{FF2B5EF4-FFF2-40B4-BE49-F238E27FC236}">
                <a16:creationId xmlns:a16="http://schemas.microsoft.com/office/drawing/2014/main" id="{ED195E2A-67DB-E9FA-18C3-E86048C080C8}"/>
              </a:ext>
            </a:extLst>
          </p:cNvPr>
          <p:cNvSpPr>
            <a:spLocks noChangeArrowheads="1"/>
          </p:cNvSpPr>
          <p:nvPr/>
        </p:nvSpPr>
        <p:spPr bwMode="ltGray">
          <a:xfrm>
            <a:off x="1600200" y="457201"/>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24679" name="Rectangle 7">
            <a:extLst>
              <a:ext uri="{FF2B5EF4-FFF2-40B4-BE49-F238E27FC236}">
                <a16:creationId xmlns:a16="http://schemas.microsoft.com/office/drawing/2014/main" id="{D4F8FA67-859D-AEF0-470B-50589565B7A1}"/>
              </a:ext>
            </a:extLst>
          </p:cNvPr>
          <p:cNvSpPr>
            <a:spLocks noChangeArrowheads="1"/>
          </p:cNvSpPr>
          <p:nvPr/>
        </p:nvSpPr>
        <p:spPr bwMode="gray">
          <a:xfrm>
            <a:off x="2235200" y="1"/>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24680" name="Rectangle 8">
            <a:extLst>
              <a:ext uri="{FF2B5EF4-FFF2-40B4-BE49-F238E27FC236}">
                <a16:creationId xmlns:a16="http://schemas.microsoft.com/office/drawing/2014/main" id="{9C9FD2E5-68CC-9065-BB99-9B6D2B1A1F4D}"/>
              </a:ext>
            </a:extLst>
          </p:cNvPr>
          <p:cNvSpPr>
            <a:spLocks noChangeArrowheads="1"/>
          </p:cNvSpPr>
          <p:nvPr/>
        </p:nvSpPr>
        <p:spPr bwMode="gray">
          <a:xfrm>
            <a:off x="1966914"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altLang="en-US" sz="2400">
              <a:latin typeface="Tahoma" panose="020B0604030504040204" pitchFamily="34" charset="0"/>
            </a:endParaRPr>
          </a:p>
        </p:txBody>
      </p:sp>
      <p:sp>
        <p:nvSpPr>
          <p:cNvPr id="924681" name="Line 9">
            <a:extLst>
              <a:ext uri="{FF2B5EF4-FFF2-40B4-BE49-F238E27FC236}">
                <a16:creationId xmlns:a16="http://schemas.microsoft.com/office/drawing/2014/main" id="{2D43C6B3-B31D-354C-76B4-E6C1AFB42A0D}"/>
              </a:ext>
            </a:extLst>
          </p:cNvPr>
          <p:cNvSpPr>
            <a:spLocks noChangeShapeType="1"/>
          </p:cNvSpPr>
          <p:nvPr/>
        </p:nvSpPr>
        <p:spPr bwMode="auto">
          <a:xfrm>
            <a:off x="1981200" y="26670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24682" name="Line 10">
            <a:extLst>
              <a:ext uri="{FF2B5EF4-FFF2-40B4-BE49-F238E27FC236}">
                <a16:creationId xmlns:a16="http://schemas.microsoft.com/office/drawing/2014/main" id="{C171A3DE-D782-555B-0709-33CA83EE5631}"/>
              </a:ext>
            </a:extLst>
          </p:cNvPr>
          <p:cNvSpPr>
            <a:spLocks noChangeShapeType="1"/>
          </p:cNvSpPr>
          <p:nvPr/>
        </p:nvSpPr>
        <p:spPr bwMode="auto">
          <a:xfrm>
            <a:off x="1982788" y="4419600"/>
            <a:ext cx="8153400" cy="0"/>
          </a:xfrm>
          <a:prstGeom prst="line">
            <a:avLst/>
          </a:prstGeom>
          <a:noFill/>
          <a:ln w="76200">
            <a:solidFill>
              <a:srgbClr val="00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924683" name="Rectangle 11">
            <a:extLst>
              <a:ext uri="{FF2B5EF4-FFF2-40B4-BE49-F238E27FC236}">
                <a16:creationId xmlns:a16="http://schemas.microsoft.com/office/drawing/2014/main" id="{506FC527-485F-DB18-CDC6-7BBA924B422F}"/>
              </a:ext>
            </a:extLst>
          </p:cNvPr>
          <p:cNvSpPr>
            <a:spLocks noChangeArrowheads="1"/>
          </p:cNvSpPr>
          <p:nvPr/>
        </p:nvSpPr>
        <p:spPr bwMode="auto">
          <a:xfrm>
            <a:off x="2019300" y="2759076"/>
            <a:ext cx="8077200" cy="646331"/>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a:t>In Selective Repeat ARQ, the size of the sender and receiver window</a:t>
            </a:r>
          </a:p>
          <a:p>
            <a:pPr algn="ctr"/>
            <a:r>
              <a:rPr lang="en-US" altLang="en-US"/>
              <a:t>must be at most one-half of 2</a:t>
            </a:r>
            <a:r>
              <a:rPr lang="en-US" altLang="en-US" baseline="30000"/>
              <a:t>m</a:t>
            </a:r>
            <a:r>
              <a:rPr lang="en-US" altLang="en-US"/>
              <a:t>.</a:t>
            </a:r>
          </a:p>
        </p:txBody>
      </p:sp>
      <p:grpSp>
        <p:nvGrpSpPr>
          <p:cNvPr id="924684" name="Group 12">
            <a:extLst>
              <a:ext uri="{FF2B5EF4-FFF2-40B4-BE49-F238E27FC236}">
                <a16:creationId xmlns:a16="http://schemas.microsoft.com/office/drawing/2014/main" id="{AC165D4A-CE5E-9DBA-4D01-BC01210BAE6A}"/>
              </a:ext>
            </a:extLst>
          </p:cNvPr>
          <p:cNvGrpSpPr>
            <a:grpSpLocks/>
          </p:cNvGrpSpPr>
          <p:nvPr/>
        </p:nvGrpSpPr>
        <p:grpSpPr bwMode="auto">
          <a:xfrm>
            <a:off x="1981200" y="1981200"/>
            <a:ext cx="1143000" cy="566738"/>
            <a:chOff x="1200" y="1248"/>
            <a:chExt cx="720" cy="357"/>
          </a:xfrm>
        </p:grpSpPr>
        <p:pic>
          <p:nvPicPr>
            <p:cNvPr id="924685" name="Picture 13">
              <a:extLst>
                <a:ext uri="{FF2B5EF4-FFF2-40B4-BE49-F238E27FC236}">
                  <a16:creationId xmlns:a16="http://schemas.microsoft.com/office/drawing/2014/main" id="{BB1BF806-BC5A-A98E-4A66-C522B7A9F2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 y="1248"/>
              <a:ext cx="72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24686" name="Text Box 14">
              <a:extLst>
                <a:ext uri="{FF2B5EF4-FFF2-40B4-BE49-F238E27FC236}">
                  <a16:creationId xmlns:a16="http://schemas.microsoft.com/office/drawing/2014/main" id="{6D3B9B01-D1F3-88BB-9609-C59DAAC8733A}"/>
                </a:ext>
              </a:extLst>
            </p:cNvPr>
            <p:cNvSpPr txBox="1">
              <a:spLocks noChangeArrowheads="1"/>
            </p:cNvSpPr>
            <p:nvPr/>
          </p:nvSpPr>
          <p:spPr bwMode="auto">
            <a:xfrm>
              <a:off x="1284" y="1248"/>
              <a:ext cx="55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solidFill>
                    <a:schemeClr val="hlink"/>
                  </a:solidFill>
                  <a:latin typeface="Times New Roman" panose="02020603050405020304" pitchFamily="18" charset="0"/>
                </a:rPr>
                <a:t>Note</a:t>
              </a:r>
            </a:p>
          </p:txBody>
        </p:sp>
      </p:gr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FF7F0AF-FAAD-732B-6F95-6CCD2B32262E}"/>
              </a:ext>
            </a:extLst>
          </p:cNvPr>
          <p:cNvSpPr>
            <a:spLocks noGrp="1"/>
          </p:cNvSpPr>
          <p:nvPr>
            <p:ph type="sldNum" sz="quarter" idx="10"/>
          </p:nvPr>
        </p:nvSpPr>
        <p:spPr/>
        <p:txBody>
          <a:bodyPr/>
          <a:lstStyle/>
          <a:p>
            <a:r>
              <a:rPr lang="en-US" altLang="en-US"/>
              <a:t>11.</a:t>
            </a:r>
            <a:fld id="{C4EC05ED-65DA-4C2D-82EB-8F0703C11A11}" type="slidenum">
              <a:rPr lang="en-US" altLang="en-US"/>
              <a:pPr/>
              <a:t>119</a:t>
            </a:fld>
            <a:endParaRPr lang="en-US" altLang="en-US"/>
          </a:p>
        </p:txBody>
      </p:sp>
      <p:sp>
        <p:nvSpPr>
          <p:cNvPr id="888834" name="Line 2">
            <a:extLst>
              <a:ext uri="{FF2B5EF4-FFF2-40B4-BE49-F238E27FC236}">
                <a16:creationId xmlns:a16="http://schemas.microsoft.com/office/drawing/2014/main" id="{1033D957-C46E-1B38-A41E-179BB81019EF}"/>
              </a:ext>
            </a:extLst>
          </p:cNvPr>
          <p:cNvSpPr>
            <a:spLocks noChangeShapeType="1"/>
          </p:cNvSpPr>
          <p:nvPr/>
        </p:nvSpPr>
        <p:spPr bwMode="auto">
          <a:xfrm>
            <a:off x="1676400" y="152400"/>
            <a:ext cx="8763000" cy="0"/>
          </a:xfrm>
          <a:prstGeom prst="line">
            <a:avLst/>
          </a:prstGeom>
          <a:noFill/>
          <a:ln w="762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8835" name="Line 3">
            <a:extLst>
              <a:ext uri="{FF2B5EF4-FFF2-40B4-BE49-F238E27FC236}">
                <a16:creationId xmlns:a16="http://schemas.microsoft.com/office/drawing/2014/main" id="{18EC8C05-5C6D-D4D6-2624-8F68C476B6D6}"/>
              </a:ext>
            </a:extLst>
          </p:cNvPr>
          <p:cNvSpPr>
            <a:spLocks noChangeShapeType="1"/>
          </p:cNvSpPr>
          <p:nvPr/>
        </p:nvSpPr>
        <p:spPr bwMode="auto">
          <a:xfrm>
            <a:off x="1676400" y="990600"/>
            <a:ext cx="8763000" cy="0"/>
          </a:xfrm>
          <a:prstGeom prst="line">
            <a:avLst/>
          </a:prstGeom>
          <a:noFill/>
          <a:ln w="1905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8836" name="Text Box 4">
            <a:extLst>
              <a:ext uri="{FF2B5EF4-FFF2-40B4-BE49-F238E27FC236}">
                <a16:creationId xmlns:a16="http://schemas.microsoft.com/office/drawing/2014/main" id="{50181538-D866-7089-8DE6-D877EFEC9C85}"/>
              </a:ext>
            </a:extLst>
          </p:cNvPr>
          <p:cNvSpPr txBox="1">
            <a:spLocks noChangeArrowheads="1"/>
          </p:cNvSpPr>
          <p:nvPr/>
        </p:nvSpPr>
        <p:spPr bwMode="auto">
          <a:xfrm>
            <a:off x="1828800" y="381000"/>
            <a:ext cx="530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Figure 11.23  </a:t>
            </a:r>
            <a:r>
              <a:rPr lang="en-US" altLang="en-US" sz="2000" i="1">
                <a:latin typeface="Times New Roman" panose="02020603050405020304" pitchFamily="18" charset="0"/>
              </a:rPr>
              <a:t>Flow diagram for Example 11.8</a:t>
            </a:r>
          </a:p>
        </p:txBody>
      </p:sp>
      <p:pic>
        <p:nvPicPr>
          <p:cNvPr id="888838" name="Picture 6">
            <a:extLst>
              <a:ext uri="{FF2B5EF4-FFF2-40B4-BE49-F238E27FC236}">
                <a16:creationId xmlns:a16="http://schemas.microsoft.com/office/drawing/2014/main" id="{1FFEEBC6-D7B2-4625-E3A8-D0A837BFE9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2204" y="1098550"/>
            <a:ext cx="7826037" cy="5459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9278</TotalTime>
  <Words>9539</Words>
  <Application>Microsoft Office PowerPoint</Application>
  <PresentationFormat>Widescreen</PresentationFormat>
  <Paragraphs>818</Paragraphs>
  <Slides>119</Slides>
  <Notes>34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119</vt:i4>
      </vt:variant>
    </vt:vector>
  </HeadingPairs>
  <TitlesOfParts>
    <vt:vector size="128" baseType="lpstr">
      <vt:lpstr>Arial</vt:lpstr>
      <vt:lpstr>Calibri</vt:lpstr>
      <vt:lpstr>Cambria Math</vt:lpstr>
      <vt:lpstr>Franklin Gothic Book</vt:lpstr>
      <vt:lpstr>Franklin Gothic Book (Body)</vt:lpstr>
      <vt:lpstr>Franklin Gothic Medium</vt:lpstr>
      <vt:lpstr>Tahoma</vt:lpstr>
      <vt:lpstr>Times New Roman</vt:lpstr>
      <vt:lpstr>Office Theme</vt:lpstr>
      <vt:lpstr>Data Link Layer</vt:lpstr>
      <vt:lpstr>DATA LINK LAYER DESIGN ISSUES</vt:lpstr>
      <vt:lpstr>DATA LINK LAYER DESIGN ISSUES</vt:lpstr>
      <vt:lpstr>DATA LINK LAYER DESIGN ISSUES</vt:lpstr>
      <vt:lpstr>DATA LINK LAYER DESIGN ISSUES</vt:lpstr>
      <vt:lpstr>Date Link Layer Services</vt:lpstr>
      <vt:lpstr>Framing</vt:lpstr>
      <vt:lpstr>Framing</vt:lpstr>
      <vt:lpstr>Framing</vt:lpstr>
      <vt:lpstr>Byte count.</vt:lpstr>
      <vt:lpstr>Problem with Byte Count Method</vt:lpstr>
      <vt:lpstr>Flag byte</vt:lpstr>
      <vt:lpstr>Byte Stuffing</vt:lpstr>
      <vt:lpstr>Byte Stuffing</vt:lpstr>
      <vt:lpstr>Byte Stuffing</vt:lpstr>
      <vt:lpstr>Bit Stuffing</vt:lpstr>
      <vt:lpstr>Example</vt:lpstr>
      <vt:lpstr>Physical Layer Coding Violations for Framing</vt:lpstr>
      <vt:lpstr>Example – Framing via Coding Violations</vt:lpstr>
      <vt:lpstr>Preamble-Based Framing in Ethernet &amp; Wi-Fi</vt:lpstr>
      <vt:lpstr>Error Control</vt:lpstr>
      <vt:lpstr>Error Control</vt:lpstr>
      <vt:lpstr>Error Control</vt:lpstr>
      <vt:lpstr>Flow Control Issue</vt:lpstr>
      <vt:lpstr>Two Approaches to Flow Control</vt:lpstr>
      <vt:lpstr>Focus on Feedback-Based Flow Control</vt:lpstr>
      <vt:lpstr>ERROR DETECTION AND CORRECTION</vt:lpstr>
      <vt:lpstr>ERROR DETECTION AND CORRECTION</vt:lpstr>
      <vt:lpstr>ERROR DETECTION AND CORRECTION</vt:lpstr>
      <vt:lpstr>Examples</vt:lpstr>
      <vt:lpstr>Examples</vt:lpstr>
      <vt:lpstr>Examples</vt:lpstr>
      <vt:lpstr>Examples</vt:lpstr>
      <vt:lpstr>ERROR DETECTION AND CORRECTION</vt:lpstr>
      <vt:lpstr>Error-Correcting Codes</vt:lpstr>
      <vt:lpstr>Error-Correcting Codes</vt:lpstr>
      <vt:lpstr>Block Codes and Properties</vt:lpstr>
      <vt:lpstr>Hamming Distance</vt:lpstr>
      <vt:lpstr>Hamming Code</vt:lpstr>
      <vt:lpstr>Example</vt:lpstr>
      <vt:lpstr>Table for Hamming (11,7) Bit Positions</vt:lpstr>
      <vt:lpstr>General Error Correction Strategy</vt:lpstr>
      <vt:lpstr>Convolutional code</vt:lpstr>
      <vt:lpstr>NASA Convolutional Code (Rate = 1/2, Constraint Length = 7)</vt:lpstr>
      <vt:lpstr>NASA Convolutional Code (Rate = 1/2, Constraint Length = 7)</vt:lpstr>
      <vt:lpstr>Reed-Solomon code</vt:lpstr>
      <vt:lpstr>Example: Correcting Errors on a Line </vt:lpstr>
      <vt:lpstr>LDPC (Low-Density Parity Check) </vt:lpstr>
      <vt:lpstr>Key Features of LDPC</vt:lpstr>
      <vt:lpstr>Example: LDPC Parity-Check Matrix</vt:lpstr>
      <vt:lpstr>Error-Detecting Codes</vt:lpstr>
      <vt:lpstr>Parity</vt:lpstr>
      <vt:lpstr>Difficulty in Parity</vt:lpstr>
      <vt:lpstr>Interleaving</vt:lpstr>
      <vt:lpstr>Checksum</vt:lpstr>
      <vt:lpstr>Example: 16-bit Internet Checksum Calculation</vt:lpstr>
      <vt:lpstr>Example: 16-bit Internet Checksum Calculation</vt:lpstr>
      <vt:lpstr>Example: 16-bit Internet Checksum Calculation</vt:lpstr>
      <vt:lpstr>Fletcher’s checksum</vt:lpstr>
      <vt:lpstr>CRC (Cyclic Redundancy Check)</vt:lpstr>
      <vt:lpstr>CRC (Cyclic Redundancy Check)</vt:lpstr>
      <vt:lpstr>Example</vt:lpstr>
      <vt:lpstr>Example</vt:lpstr>
      <vt:lpstr>PowerPoint Presentation</vt:lpstr>
      <vt:lpstr>ELEMENTARY DATA LINK PROTOCOLS</vt:lpstr>
      <vt:lpstr>ELEMENTARY DATA LINK PROTOCOLS</vt:lpstr>
      <vt:lpstr>ELEMENTARY DATA LINK PROTOCOLS</vt:lpstr>
      <vt:lpstr>ELEMENTARY DATA LINK PROTOCOLS</vt:lpstr>
      <vt:lpstr>ELEMENTARY DATA LINK PROTOCOLS</vt:lpstr>
      <vt:lpstr>Utopian Simplex Protocol</vt:lpstr>
      <vt:lpstr>Utopian Simplex Protocol</vt:lpstr>
      <vt:lpstr>A Simplex Stop-and-Wait Protocol for an Error-Free Channel</vt:lpstr>
      <vt:lpstr>A Simplex Stop-and-Wait Protocol for an Error-Free Channel</vt:lpstr>
      <vt:lpstr>A Simplex Stop-and-Wait Protocol for an Error-Free Channel</vt:lpstr>
      <vt:lpstr>Simplex Stop-and-Wait Protocol for a Noisy Channel</vt:lpstr>
      <vt:lpstr>Simplex Stop-and-Wait Protocol for a Noisy Channel</vt:lpstr>
      <vt:lpstr>Simplex Stop-and-Wait Protocol for a Noisy Channel</vt:lpstr>
      <vt:lpstr>Solution to Problem</vt:lpstr>
      <vt:lpstr>Solution to Problem</vt:lpstr>
      <vt:lpstr>Protocol 3 (Stop-and-Wait ARQ)</vt:lpstr>
      <vt:lpstr>Protocol 3 (Stop-and-Wait ARQ)</vt:lpstr>
      <vt:lpstr>Example : Protocol 3 (Stop-and-Wait ARQ)</vt:lpstr>
      <vt:lpstr>SLIDING WINDOW PROTOCOLS</vt:lpstr>
      <vt:lpstr>SLIDING WINDOW PROTOCOLS</vt:lpstr>
      <vt:lpstr>Piggybacking</vt:lpstr>
      <vt:lpstr>Piggybacking</vt:lpstr>
      <vt:lpstr>Piggybacking</vt:lpstr>
      <vt:lpstr>SLIDING WINDOW</vt:lpstr>
      <vt:lpstr>SLIDING WINDOW</vt:lpstr>
      <vt:lpstr>SLIDING WINDOW</vt:lpstr>
      <vt:lpstr>SLIDING WINDOW</vt:lpstr>
      <vt:lpstr>SLIDING WINDOW</vt:lpstr>
      <vt:lpstr>Type of SLIDING WINDOW Protocol</vt:lpstr>
      <vt:lpstr>A One-Bit Sliding Window Protocol</vt:lpstr>
      <vt:lpstr>A One-Bit Sliding Window Protocol</vt:lpstr>
      <vt:lpstr>A One-Bit Sliding Window Protocol </vt:lpstr>
      <vt:lpstr>A Protocol Using Go-Back-N</vt:lpstr>
      <vt:lpstr>A Protocol Using Go-Back-N</vt:lpstr>
      <vt:lpstr>Pipelining</vt:lpstr>
      <vt:lpstr>PowerPoint Presentation</vt:lpstr>
      <vt:lpstr>Go-back-N</vt:lpstr>
      <vt:lpstr>Go-back-N</vt:lpstr>
      <vt:lpstr>PowerPoint Presentation</vt:lpstr>
      <vt:lpstr>PowerPoint Presentation</vt:lpstr>
      <vt:lpstr>PowerPoint Presentation</vt:lpstr>
      <vt:lpstr>PowerPoint Presentation</vt:lpstr>
      <vt:lpstr>PowerPoint Presentation</vt:lpstr>
      <vt:lpstr>PowerPoint Presentation</vt:lpstr>
      <vt:lpstr>Selective Repeat Approach</vt:lpstr>
      <vt:lpstr>Selective Repeat Approach</vt:lpstr>
      <vt:lpstr>Selective Repeat ARQ Protocol</vt:lpstr>
      <vt:lpstr>Selective Repeat ARQ Protocol</vt:lpstr>
      <vt:lpstr>Selective Repeat ARQ Protocol</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Jatin Verma</dc:creator>
  <cp:lastModifiedBy>Jatin Verma</cp:lastModifiedBy>
  <cp:revision>1</cp:revision>
  <dcterms:created xsi:type="dcterms:W3CDTF">2025-03-18T01:10:18Z</dcterms:created>
  <dcterms:modified xsi:type="dcterms:W3CDTF">2025-03-30T03:21:30Z</dcterms:modified>
</cp:coreProperties>
</file>