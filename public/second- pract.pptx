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0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C515-CDE6-E265-4148-EF19042C5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B9129-3018-DA21-5BD4-902F59A73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FCB0D-A755-4FBD-CF53-17B4FFE9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E79E-52B1-CD17-DA60-3DC839DF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D6B7D-FF53-B04A-9A9A-2794C3E8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7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9D32-35DE-9D3B-AC9A-C463C03E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7F6B-1A6E-E2BA-5D5F-78FEC100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6F5CB-4AA0-6B87-4BB7-4268BE0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19692-B499-A57D-92E0-5415A478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DA20A-25D6-F6B9-1042-52C16847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9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5125-2CA4-2A0D-6655-5E161387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C549A-5E96-29DE-782C-BE93DC126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EF526-2D08-452F-915F-A9A5A3FD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0775-5316-1E41-CD20-ADB1EF69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B9BD-A75C-9D95-7354-5ADA7000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4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BE94-8906-36EF-35F9-E3911523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6B96-FF01-C7A5-DA42-F88406615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4C198-99DE-1052-801E-C4AEBDF69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41105-8989-0E7E-4CD3-D128264F9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2FC0C-8ECD-B378-D7A4-5A84DC36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5A45-5F7A-39CE-36F9-EF1BF0E8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7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2229-DD2D-D9B2-F73E-54479AC3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3814E-23DD-5B53-2EFA-9266327D6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E510E-85DB-032A-2473-75B1CBD0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FD42-A4BD-0824-4A31-356C42CE9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F52D9-775A-BD4B-4EEE-0F31AB048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44F6D8-6BBE-3EAA-4F13-9F8E52E0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6D49D-68AE-53A7-A569-4821A92E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E8AE2-C9C1-FE39-02A8-1CC5890D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61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541A-6092-3EEB-40BF-213BCDF3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F394C-B3F7-DB80-5D07-5897DD9E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8368A-DBB6-441A-E33F-67C6537C9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97687-C1F7-EF4F-D080-6E488929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94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C9232-CE28-178B-D329-42C15C31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FE3FC-ADF0-3A7B-C823-1640B456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A5F8A-57C6-4EBE-7552-190722DD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74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2111-9454-7AE8-942F-64F6676C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0E97-02D1-46D2-F24C-0498D7F76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93431-9455-6D2C-4E20-F720B0E9F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7F011-BFE2-B114-DEC6-1A36C639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6953-3320-1126-AC41-40A8C7C7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EE4F0-6A90-CBA7-8E36-244DF6EA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72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1CCCD-F549-A5D5-3040-200B56E2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16F90-2A57-A57A-AA99-129954946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2F933-1BB6-C52E-EEFF-B4B57740F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A49EF-A6ED-351C-98C3-1308C8F11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8E030-572D-CDEA-FFE2-BBB596B5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50C15-CBCB-3FD9-48CE-2FC4FFF4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91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76667-D73C-C8EB-EC38-0EB69287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31C35-8E25-BF80-460D-CFAC148A6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0722-F2C1-C521-F03F-9CB48E00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73DDA-6699-8C81-EE4D-2E44F322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3EBDD-674B-044C-BB82-BFF5DFD8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0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C4138-BF71-A2BC-5B65-4316FC841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130F6-F1D3-9B5A-A50E-045ACABFF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70302-CE9A-D57C-2F5E-76BDFFD6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0F5C4-FCEE-E9ED-5D84-974E54B1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240-1763-2B55-2503-C25192B5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6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ED3CB-1C74-E7FF-E6DF-D7230F34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E9B8-7BB3-A812-4C2C-727A5F52D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FD8A0-9398-76DE-9307-CE687A0A7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2B6AC-D6EA-49B1-8195-9391F7D4CB67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F46ED-A878-9DBF-95AE-E9067C6E5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AD5F9-35FF-2341-C3FA-5151E2458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DC257-9588-4B41-85B4-2ED90346C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39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BAAA-3550-E5E0-9DFE-E6AD2A123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 convert ER Models into relational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33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403F-FB33-95DC-FB0B-2E303C23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Following rules are used for converting an ER diagram into the tables-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3F99-5A07-4D55-8BC8-E8238DC8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1" i="0" u="sng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  <a:t>Rule-01: For Strong Entity Set With Only Simple Attributes-</a:t>
            </a:r>
            <a:endParaRPr lang="en-GB" b="1" i="0" dirty="0">
              <a:solidFill>
                <a:srgbClr val="303030"/>
              </a:solidFill>
              <a:effectLst/>
              <a:latin typeface="Roboto Condensed" panose="020B0604020202020204" pitchFamily="2" charset="0"/>
            </a:endParaRPr>
          </a:p>
          <a:p>
            <a:pPr algn="l" fontAlgn="base"/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 A strong entity set with only simple attributes will require only one table in relational model.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Attributes of the table will be the attributes of the entity set.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The primary key of the table will be the key attribute of the entity set.</a:t>
            </a:r>
          </a:p>
          <a:p>
            <a:pPr algn="l" fontAlgn="base"/>
            <a:endParaRPr lang="en-GB" b="0" i="0" dirty="0">
              <a:solidFill>
                <a:srgbClr val="303030"/>
              </a:solidFill>
              <a:effectLst/>
              <a:latin typeface="Arim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65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5C027-364B-D2CA-0F32-64739AC7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60" y="654116"/>
            <a:ext cx="6351980" cy="539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6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23DD-CE78-A40B-3224-AE28D772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B7E93-C93E-8187-B844-6104608C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Rule-02: For Strong Entity Set With Composite Attributes-</a:t>
            </a: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A strong entity set with any number of composite attributes will require only one table in relational model.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While conversion, simple attributes of the composite attributes are taken into account and not the composite attribute itself.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2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5ACA-39B3-F9A1-80E6-3D42130D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C400A-948C-9C16-2CB3-941AD2242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201" y="1825625"/>
            <a:ext cx="4699598" cy="4351338"/>
          </a:xfrm>
        </p:spPr>
      </p:pic>
    </p:spTree>
    <p:extLst>
      <p:ext uri="{BB962C8B-B14F-4D97-AF65-F5344CB8AC3E}">
        <p14:creationId xmlns:p14="http://schemas.microsoft.com/office/powerpoint/2010/main" val="412077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27F8-F89B-5235-D0A3-A47CD16C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623E-65A6-8338-B415-AC8BD595F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Rule-03: For Strong Entity Set With Multi Valued Attributes-</a:t>
            </a:r>
            <a:endParaRPr lang="en-GB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A strong entity set with any number of multi valued attributes will require two tables in relational model.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One table will contain all the simple attributes with the primary key.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Other table will contain the primary key and all the multi valued attributes.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95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EFC6E-6275-EA03-F56E-0A4800B9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604" y="315604"/>
            <a:ext cx="6226791" cy="622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692D-1ADE-EF8C-AEB9-337B3FF1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Rule-04: Translating Relationship Set into a Table-</a:t>
            </a:r>
            <a:br>
              <a:rPr lang="en-GB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B195-5D2F-C7A8-DA32-BD85334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Attributes of the table are-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Primary key attributes of the participating entity sets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Its own descriptive attributes if any.</a:t>
            </a:r>
          </a:p>
          <a:p>
            <a:pPr algn="l" fontAlgn="base"/>
            <a:r>
              <a:rPr lang="en-GB" b="0" i="0" dirty="0">
                <a:solidFill>
                  <a:srgbClr val="303030"/>
                </a:solidFill>
                <a:effectLst/>
                <a:latin typeface="Arimo"/>
              </a:rPr>
              <a:t>Set of non-descriptive attributes will be the primary key.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45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F399-BAB6-3DF6-6B07-9FB69A59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43DE75-82A2-626C-55FB-93E9376F3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689" y="1825625"/>
            <a:ext cx="6076621" cy="4351338"/>
          </a:xfrm>
        </p:spPr>
      </p:pic>
    </p:spTree>
    <p:extLst>
      <p:ext uri="{BB962C8B-B14F-4D97-AF65-F5344CB8AC3E}">
        <p14:creationId xmlns:p14="http://schemas.microsoft.com/office/powerpoint/2010/main" val="392336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219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Arimo</vt:lpstr>
      <vt:lpstr>Calibri</vt:lpstr>
      <vt:lpstr>Calibri Light</vt:lpstr>
      <vt:lpstr>Roboto Condensed</vt:lpstr>
      <vt:lpstr>Office Theme</vt:lpstr>
      <vt:lpstr>To convert ER Models into relational table</vt:lpstr>
      <vt:lpstr>Following rules are used for converting an ER diagram into the tables-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Rule-04: Translating Relationship Set into a Table-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convert ER Models into relational table</dc:title>
  <dc:creator>Naman Yadav_Delhi</dc:creator>
  <cp:lastModifiedBy>Naman Yadav_Delhi</cp:lastModifiedBy>
  <cp:revision>6</cp:revision>
  <dcterms:created xsi:type="dcterms:W3CDTF">2023-02-27T04:46:59Z</dcterms:created>
  <dcterms:modified xsi:type="dcterms:W3CDTF">2023-02-27T04:56:56Z</dcterms:modified>
</cp:coreProperties>
</file>